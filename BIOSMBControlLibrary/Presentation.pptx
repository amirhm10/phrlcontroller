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838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17CB-90A3-57C8-F555-DCDF258C9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042A2-8ACA-3C95-EEAD-0BD1551B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C50F-D798-A0B1-1F83-65594FF2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D136-6A5A-C244-BCD9-ED1794B3D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2DF1D-C3B8-0FFD-99DC-309ACB98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2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8CD4-70FC-DE8F-A65E-5D54D25C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4CA0C-1AE9-CC40-D536-67C363B74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CC2C7-939D-AF67-B7BA-48DCBC1E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A51C3-03D7-36EB-EBEC-FE9C7603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519A5-E27A-49E7-CCC0-4A4677D2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8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4905-0AF3-E5E9-1BAE-CFE01B506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62DDA-DA30-50C2-4745-35D09E86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29D91-B8D9-4225-3DB9-404C8CD9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0B679-A458-75B4-96BA-8C15DC04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2359-704E-175E-C66C-D882FF65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8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B922-31C3-8E2D-E772-1FC65EB0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A657-35AC-5190-E274-A72480B9B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FE6E2-610A-7C48-ADA2-57E8BEB29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312FB-7D6E-22CC-EB29-2F6EFDCB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BE1CD-96FC-909E-9B96-F42867CE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8A83C-0697-EBE6-4F3D-18738BA2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6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31AB-7981-A038-53AD-59CD6784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83252-A387-A932-56C3-A14BEBA01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BBA31-5993-1477-1027-C8FF46BCE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F2DE4-70A5-0E09-5E66-E136FA515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F378A-A99E-F119-8902-6C19D3166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CB9D1-518C-EC50-6A0C-F2CC6011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C73A9-9FB2-D7D5-14F7-FFD873FF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064E6-3C54-67F4-1DCB-535C47D6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1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981B-90CF-739C-0820-CEEC7EBE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E1BF6-7FC5-9CBA-FBA5-B9E8EC10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70DEC-409A-0FA6-FE3C-607E6EE7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AE5E-DE04-91FD-0415-7904C469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9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D702B-2D05-0681-A997-B64154C5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69418-93B8-9D2E-60A0-0440ABE9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24A8A-1A73-29BA-BF42-FFAF4707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2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E7D5-B4B7-48D9-DC0E-93F131D7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7453-372E-5141-933A-7AD3FA06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8F667-F9F8-5936-EECB-5910C92EA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60CE-4B22-B59D-75C6-EE17E37A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D032E-A9ED-BCC1-6491-E348FAE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9F4E1-2A82-3D33-2AD4-8D638F99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0169-549D-1344-EB72-4FB71979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3D21E-5808-B1F7-4075-F38FB3E5E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DBF22-3874-3E15-9068-AEB162D4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C76EB-0745-3438-5F3A-568541E0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E4092-4154-FD42-0FB1-ED47E610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5096-CB0B-9C82-5054-D6FBE81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5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C392-5ADF-2017-A0AE-83D49D66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01132-A092-63C0-969D-E506E8ACF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CF89-45ED-14B4-B493-693EAEA6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D6BC2-6D87-1FD5-1068-C2FEC6B4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85CD-ACB9-170F-7BEF-7C25B4E2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57EB7-D18E-9307-93C1-2AE3CD971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77682-D19E-E3CD-6B97-8938C1681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622E-350B-D5B0-5529-BCE29006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3F8FC-183C-CE11-F042-1384EA3C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68E79-B35E-5511-DEC5-53DF60D0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12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Up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4DB1195C-2459-4964-8831-D1CD778D9CF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52391B-6DA4-4E7E-9214-043F1955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4000" y="4706501"/>
            <a:ext cx="5184000" cy="1292400"/>
          </a:xfrm>
        </p:spPr>
        <p:txBody>
          <a:bodyPr anchor="b">
            <a:sp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Cover chart for longer titles </a:t>
            </a:r>
            <a:br>
              <a:rPr lang="en-US" dirty="0"/>
            </a:br>
            <a:r>
              <a:rPr lang="en-US" dirty="0"/>
              <a:t>in two or more lines,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21" name="Rechteck 6">
            <a:extLst>
              <a:ext uri="{FF2B5EF4-FFF2-40B4-BE49-F238E27FC236}">
                <a16:creationId xmlns:a16="http://schemas.microsoft.com/office/drawing/2014/main" id="{A1A89EE8-6CEB-42C5-A89A-E02837B54C44}"/>
              </a:ext>
            </a:extLst>
          </p:cNvPr>
          <p:cNvSpPr/>
          <p:nvPr userDrawn="1"/>
        </p:nvSpPr>
        <p:spPr>
          <a:xfrm>
            <a:off x="1" y="0"/>
            <a:ext cx="6096000" cy="21347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hteck 8">
            <a:extLst>
              <a:ext uri="{FF2B5EF4-FFF2-40B4-BE49-F238E27FC236}">
                <a16:creationId xmlns:a16="http://schemas.microsoft.com/office/drawing/2014/main" id="{8CFE772B-CDD6-4167-95D0-A7A9F4F3D4E3}"/>
              </a:ext>
            </a:extLst>
          </p:cNvPr>
          <p:cNvSpPr/>
          <p:nvPr userDrawn="1"/>
        </p:nvSpPr>
        <p:spPr bwMode="auto">
          <a:xfrm>
            <a:off x="0" y="2134703"/>
            <a:ext cx="6095999" cy="1294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500400" rtlCol="0" anchor="ctr"/>
          <a:lstStyle/>
          <a:p>
            <a:pPr algn="l"/>
            <a:endParaRPr lang="en-US" sz="2800" spc="-30" baseline="0" noProof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9C9979F-AC3F-445B-A418-90454CAF6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051" y="2588883"/>
            <a:ext cx="3204000" cy="416151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A891D9A-1119-4C3A-A630-66900F7C93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4086" y="514562"/>
            <a:ext cx="3060000" cy="53541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1A27665-E1AF-4D82-A34F-269CD77911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82780798-00D1-4C25-B881-095748CCF1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A99A7685-5459-4026-A013-B70B3FDFB6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6DC9E41E-E757-4B69-9107-C38DC3FD7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3D7F61D9-610E-49D2-BFE0-C6D0D275E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1F6CB898-3799-4E8F-BFE4-39EA33EE86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F2177672-6B12-4451-8A28-3F8292F49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CE8A18DE-4AD6-4375-A3E6-FEBD5BF80F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5626E2B8-232D-426E-81AF-8F7DA21BBF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8" name="Untertitel 2">
            <a:extLst>
              <a:ext uri="{FF2B5EF4-FFF2-40B4-BE49-F238E27FC236}">
                <a16:creationId xmlns:a16="http://schemas.microsoft.com/office/drawing/2014/main" id="{47A9B1AC-B263-CC40-B683-ED23E83EA1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6066000"/>
            <a:ext cx="5184000" cy="288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latin typeface="TT Norms Pro" panose="02000503030000020003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month year</a:t>
            </a:r>
          </a:p>
        </p:txBody>
      </p:sp>
    </p:spTree>
    <p:extLst>
      <p:ext uri="{BB962C8B-B14F-4D97-AF65-F5344CB8AC3E}">
        <p14:creationId xmlns:p14="http://schemas.microsoft.com/office/powerpoint/2010/main" val="1887044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16: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2391B-6DA4-4E7E-9214-043F1955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4000" y="5137389"/>
            <a:ext cx="7272000" cy="861774"/>
          </a:xfrm>
        </p:spPr>
        <p:txBody>
          <a:bodyPr anchor="b">
            <a:sp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Cover chart for longer titles </a:t>
            </a:r>
            <a:br>
              <a:rPr lang="en-US" dirty="0"/>
            </a:br>
            <a:r>
              <a:rPr lang="en-US" dirty="0"/>
              <a:t>in two or three lines,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6BD72FC-5C46-4CA0-8B55-97C53265B65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-1"/>
            <a:ext cx="8122596" cy="459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1"/>
          <a:lstStyle>
            <a:lvl1pPr marL="0" indent="0" algn="ctr">
              <a:buNone/>
              <a:defRPr b="0"/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D542529-7A36-47EA-AB0A-7B8DE5AFC0A6}"/>
              </a:ext>
            </a:extLst>
          </p:cNvPr>
          <p:cNvSpPr/>
          <p:nvPr userDrawn="1"/>
        </p:nvSpPr>
        <p:spPr>
          <a:xfrm>
            <a:off x="8122596" y="0"/>
            <a:ext cx="406940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6A262D4-503B-4F5D-8F83-6AF6EBF8750E}"/>
              </a:ext>
            </a:extLst>
          </p:cNvPr>
          <p:cNvSpPr/>
          <p:nvPr userDrawn="1"/>
        </p:nvSpPr>
        <p:spPr bwMode="black">
          <a:xfrm>
            <a:off x="8122596" y="0"/>
            <a:ext cx="4069404" cy="12942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88000" rtlCol="0" anchor="ctr"/>
          <a:lstStyle/>
          <a:p>
            <a:pPr algn="r"/>
            <a:endParaRPr lang="en-US" sz="2800" spc="-30" baseline="0" noProof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A6D19A3-6C20-44D8-9105-561EB5C930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3667" y="455330"/>
            <a:ext cx="3204000" cy="416151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447D816-7F7A-4F02-9567-DBCE240033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27298" y="5813000"/>
            <a:ext cx="3060000" cy="53541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5CF8425D-9C16-4155-928B-B6018B756F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7F06821E-1371-41B9-B7E3-015FE4FAA5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35182012-4344-4DD2-8A10-B4902165F8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82D81C23-688D-47FE-8D46-8487F22C12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145AB8B5-BF51-4351-AD83-E784ABFFB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8942C641-E221-474E-B780-9DE65DDD49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DE0F6EEA-C3DD-480A-8984-B2EC101371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9C9DB7E-F4EA-4DD9-91C3-97BC8D2BE2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7D235165-5E03-4E8C-BC47-FAE82667EF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8" name="Untertitel 2">
            <a:extLst>
              <a:ext uri="{FF2B5EF4-FFF2-40B4-BE49-F238E27FC236}">
                <a16:creationId xmlns:a16="http://schemas.microsoft.com/office/drawing/2014/main" id="{0762E667-182F-A34A-A386-1ED97A3E0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6066000"/>
            <a:ext cx="7272000" cy="288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latin typeface="TT Norms Pro" panose="02000503030000020003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month year</a:t>
            </a:r>
          </a:p>
        </p:txBody>
      </p:sp>
    </p:spTree>
    <p:extLst>
      <p:ext uri="{BB962C8B-B14F-4D97-AF65-F5344CB8AC3E}">
        <p14:creationId xmlns:p14="http://schemas.microsoft.com/office/powerpoint/2010/main" val="4050144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23372BB-B827-41A5-A317-480A818E6D6D}"/>
              </a:ext>
            </a:extLst>
          </p:cNvPr>
          <p:cNvSpPr/>
          <p:nvPr userDrawn="1"/>
        </p:nvSpPr>
        <p:spPr>
          <a:xfrm>
            <a:off x="1" y="0"/>
            <a:ext cx="6096000" cy="51639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BF1ECA5E-74FF-4829-850F-3409A946C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526400"/>
            <a:ext cx="6095999" cy="36375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B08E065-0D32-47AB-B4B9-6D98A74FFA77}"/>
              </a:ext>
            </a:extLst>
          </p:cNvPr>
          <p:cNvSpPr/>
          <p:nvPr userDrawn="1"/>
        </p:nvSpPr>
        <p:spPr bwMode="blackGray">
          <a:xfrm>
            <a:off x="6096000" y="0"/>
            <a:ext cx="6095999" cy="152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88000" rtlCol="0" anchor="ctr"/>
          <a:lstStyle/>
          <a:p>
            <a:pPr algn="r"/>
            <a:endParaRPr lang="en-US" sz="2800" spc="-30" baseline="0" noProof="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1D90906-4F5E-4F13-86D6-3576B1F115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4086" y="514562"/>
            <a:ext cx="3060000" cy="53541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59CA270F-873D-42F3-B7FF-1019B44AF7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BF6A246C-453D-461E-B588-8AD9CEE118F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8B9D9C5-EB20-4284-9BFB-10FB43346E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CBD3B4F2-D1A0-4AAD-A44F-A68903B705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08E3856-3F48-42D0-9693-FEF49205B7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D6FA2517-7D77-4620-BC9B-899740AB2F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129D552D-72A4-4AF5-8176-50FC561F94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D4F56197-4799-4E5C-A551-0BCCD0B796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D64CFB8E-1853-4432-B103-ED2CC72C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44586D2D-62CA-41AD-B887-3C547CCD23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3667" y="584636"/>
            <a:ext cx="3204000" cy="416151"/>
          </a:xfrm>
          <a:prstGeom prst="rect">
            <a:avLst/>
          </a:prstGeom>
        </p:spPr>
      </p:pic>
      <p:sp>
        <p:nvSpPr>
          <p:cNvPr id="19" name="Untertitel 2">
            <a:extLst>
              <a:ext uri="{FF2B5EF4-FFF2-40B4-BE49-F238E27FC236}">
                <a16:creationId xmlns:a16="http://schemas.microsoft.com/office/drawing/2014/main" id="{A20BF4EC-4585-E24F-B7F2-62DC26D776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3999" y="6066000"/>
            <a:ext cx="11195999" cy="288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latin typeface="TT Norms Pro" panose="02000503030000020003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Subtitle, month year</a:t>
            </a: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EC5825DB-E82B-3C45-809C-09B790E6EE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4000" y="5568276"/>
            <a:ext cx="11196000" cy="430887"/>
          </a:xfrm>
        </p:spPr>
        <p:txBody>
          <a:bodyPr anchor="b">
            <a:sp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Cover chart for longer titles in two or three lines,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8194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C745F0B3-8064-4B10-8B1C-24424E423880}"/>
              </a:ext>
            </a:extLst>
          </p:cNvPr>
          <p:cNvSpPr/>
          <p:nvPr userDrawn="1"/>
        </p:nvSpPr>
        <p:spPr bwMode="gray">
          <a:xfrm>
            <a:off x="0" y="4907722"/>
            <a:ext cx="6095999" cy="19502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0400" rIns="500400" rtlCol="0" anchor="ctr"/>
          <a:lstStyle/>
          <a:p>
            <a:pPr algn="ctr"/>
            <a:endParaRPr lang="en-US" sz="4100" spc="-30" baseline="0" noProof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08D6A41-B168-4C50-9CB3-9EE6D944F5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601" y="5576422"/>
            <a:ext cx="4788000" cy="605769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4B2EAE3D-E19F-4C5C-973C-50BBEB63C0E8}"/>
              </a:ext>
            </a:extLst>
          </p:cNvPr>
          <p:cNvSpPr/>
          <p:nvPr userDrawn="1"/>
        </p:nvSpPr>
        <p:spPr>
          <a:xfrm>
            <a:off x="0" y="0"/>
            <a:ext cx="6096000" cy="49077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noProof="0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338476F-56F9-46B2-93AC-F37B99892F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73705" y="785812"/>
            <a:ext cx="4536000" cy="793667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0529912-74B2-4883-B1BC-83A372DCE0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FDFD073E-BA40-4991-8100-246372128DD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9D0C1633-50C6-4D1C-B9ED-F1DFEC32AB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4AAE6653-EAAA-4351-9C57-CCEB497AEC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1B98128-5C19-4E16-8E80-E8916B3C09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DFD83DB-C358-4CA6-9042-63F417ECD1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60898334-B435-4B43-8B22-A211F1F587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CB493B3F-41F3-4CD4-859B-318001C247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F3A1D96F-EA40-4569-A0DB-CD708F050B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832BB-93A2-EB49-9A41-A755B50065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5135" y="2848132"/>
            <a:ext cx="5024064" cy="2691206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4400"/>
            </a:lvl1pPr>
            <a:lvl2pPr marL="216000" indent="0">
              <a:buNone/>
              <a:defRPr sz="4400"/>
            </a:lvl2pPr>
            <a:lvl3pPr marL="378000" indent="0">
              <a:buNone/>
              <a:defRPr sz="4400"/>
            </a:lvl3pPr>
            <a:lvl4pPr marL="504000" indent="0">
              <a:buNone/>
              <a:defRPr sz="4400"/>
            </a:lvl4pPr>
            <a:lvl5pPr marL="630000" indent="0">
              <a:buNone/>
              <a:defRPr sz="4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sz="4400" dirty="0"/>
              <a:t>Cover chart for longer titles </a:t>
            </a:r>
            <a:br>
              <a:rPr lang="en-US" sz="4400" dirty="0"/>
            </a:br>
            <a:r>
              <a:rPr lang="en-US" sz="4400" dirty="0"/>
              <a:t>in two or more lines, TT Norms Pro, 44 </a:t>
            </a:r>
            <a:r>
              <a:rPr lang="en-US" sz="4400" dirty="0" err="1"/>
              <a:t>pt</a:t>
            </a:r>
            <a:endParaRPr lang="en-US" sz="4400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8322F4D-FEAE-9345-849C-52A4BF0FA2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9998" y="6066000"/>
            <a:ext cx="5024064" cy="288000"/>
          </a:xfrm>
        </p:spPr>
        <p:txBody>
          <a:bodyPr anchor="ctr" anchorCtr="0"/>
          <a:lstStyle>
            <a:lvl1pPr marL="0" indent="0">
              <a:buNone/>
              <a:defRPr/>
            </a:lvl1pPr>
            <a:lvl2pPr marL="216000" indent="0">
              <a:buNone/>
              <a:defRPr/>
            </a:lvl2pPr>
            <a:lvl3pPr marL="378000" indent="0">
              <a:buNone/>
              <a:defRPr/>
            </a:lvl3pPr>
            <a:lvl4pPr marL="504000" indent="0">
              <a:buNone/>
              <a:defRPr/>
            </a:lvl4pPr>
            <a:lvl5pPr marL="630000" indent="0">
              <a:buNone/>
              <a:defRPr/>
            </a:lvl5pPr>
          </a:lstStyle>
          <a:p>
            <a:r>
              <a:rPr lang="en-US" dirty="0"/>
              <a:t>Subtitle, month year</a:t>
            </a:r>
          </a:p>
        </p:txBody>
      </p:sp>
    </p:spTree>
    <p:extLst>
      <p:ext uri="{BB962C8B-B14F-4D97-AF65-F5344CB8AC3E}">
        <p14:creationId xmlns:p14="http://schemas.microsoft.com/office/powerpoint/2010/main" val="4114994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9D14C-A584-4B0B-99B5-827E68A6A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90400"/>
            <a:ext cx="5508000" cy="712694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8508EB5-7938-4CFF-ADE3-D3A442CBB40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"/>
            <a:ext cx="6096000" cy="60768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965E6F-4CA8-4DB5-8935-A5CCC47759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800" y="1735200"/>
            <a:ext cx="5508000" cy="3816000"/>
          </a:xfrm>
        </p:spPr>
        <p:txBody>
          <a:bodyPr/>
          <a:lstStyle>
            <a:lvl1pPr marL="0" indent="0">
              <a:spcAft>
                <a:spcPts val="2300"/>
              </a:spcAft>
              <a:buNone/>
              <a:defRPr/>
            </a:lvl1pPr>
            <a:lvl2pPr marL="216000" indent="0">
              <a:spcAft>
                <a:spcPts val="2300"/>
              </a:spcAft>
              <a:buNone/>
              <a:defRPr/>
            </a:lvl2pPr>
            <a:lvl3pPr marL="378000" indent="0">
              <a:spcAft>
                <a:spcPts val="2300"/>
              </a:spcAft>
              <a:buNone/>
              <a:defRPr/>
            </a:lvl3pPr>
            <a:lvl4pPr marL="504000" indent="0">
              <a:spcAft>
                <a:spcPts val="2300"/>
              </a:spcAft>
              <a:buNone/>
              <a:defRPr/>
            </a:lvl4pPr>
            <a:lvl5pPr marL="630000" indent="0">
              <a:spcAft>
                <a:spcPts val="2300"/>
              </a:spcAft>
              <a:buNone/>
              <a:defRPr/>
            </a:lvl5pPr>
          </a:lstStyle>
          <a:p>
            <a:pPr lvl="0"/>
            <a:r>
              <a:rPr lang="de-DE" noProof="0" dirty="0"/>
              <a:t>Agenda Item 1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1F53B-2338-4513-B42B-7A76ECDF6B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466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10FCDA-A89E-4282-AE3C-534EECFCE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86C27B-41A1-43F6-9654-5306C07530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66ED41-282B-4978-89C3-055C66C73D95}"/>
              </a:ext>
            </a:extLst>
          </p:cNvPr>
          <p:cNvSpPr/>
          <p:nvPr userDrawn="1"/>
        </p:nvSpPr>
        <p:spPr>
          <a:xfrm>
            <a:off x="0" y="0"/>
            <a:ext cx="12192000" cy="61200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74EDBDE6-4E29-408B-A880-A7882CED0E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7" y="986589"/>
            <a:ext cx="11591925" cy="4566486"/>
          </a:xfrm>
        </p:spPr>
        <p:txBody>
          <a:bodyPr anchor="ctr">
            <a:normAutofit/>
          </a:bodyPr>
          <a:lstStyle>
            <a:lvl1pPr marL="0" indent="0">
              <a:buNone/>
              <a:defRPr sz="6600"/>
            </a:lvl1pPr>
          </a:lstStyle>
          <a:p>
            <a:r>
              <a:rPr lang="de-DE" dirty="0"/>
              <a:t>Chapter </a:t>
            </a:r>
            <a:r>
              <a:rPr lang="de-DE" dirty="0" err="1"/>
              <a:t>Divider</a:t>
            </a:r>
            <a:r>
              <a:rPr lang="de-DE" dirty="0"/>
              <a:t>, TT </a:t>
            </a:r>
            <a:r>
              <a:rPr lang="de-DE" dirty="0" err="1"/>
              <a:t>Norms</a:t>
            </a:r>
            <a:r>
              <a:rPr lang="de-DE" dirty="0"/>
              <a:t> Pro, 66 </a:t>
            </a:r>
            <a:r>
              <a:rPr lang="de-DE" dirty="0" err="1"/>
              <a:t>pt</a:t>
            </a:r>
            <a:r>
              <a:rPr lang="de-DE" dirty="0"/>
              <a:t> – Text </a:t>
            </a:r>
            <a:r>
              <a:rPr lang="de-DE" dirty="0" err="1"/>
              <a:t>Only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5401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10FCDA-A89E-4282-AE3C-534EECFCE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86C27B-41A1-43F6-9654-5306C07530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66ED41-282B-4978-89C3-055C66C73D95}"/>
              </a:ext>
            </a:extLst>
          </p:cNvPr>
          <p:cNvSpPr/>
          <p:nvPr userDrawn="1"/>
        </p:nvSpPr>
        <p:spPr>
          <a:xfrm>
            <a:off x="0" y="0"/>
            <a:ext cx="12192000" cy="61200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74EDBDE6-4E29-408B-A880-A7882CED0E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037" y="986589"/>
            <a:ext cx="11591925" cy="4566486"/>
          </a:xfrm>
        </p:spPr>
        <p:txBody>
          <a:bodyPr anchor="ctr">
            <a:normAutofit/>
          </a:bodyPr>
          <a:lstStyle>
            <a:lvl1pPr marL="0" indent="0">
              <a:buNone/>
              <a:defRPr sz="6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Chapter </a:t>
            </a:r>
            <a:r>
              <a:rPr lang="de-DE" dirty="0" err="1"/>
              <a:t>Divider</a:t>
            </a:r>
            <a:r>
              <a:rPr lang="de-DE" dirty="0"/>
              <a:t>, TT </a:t>
            </a:r>
            <a:r>
              <a:rPr lang="de-DE" dirty="0" err="1"/>
              <a:t>Norms</a:t>
            </a:r>
            <a:r>
              <a:rPr lang="de-DE" dirty="0"/>
              <a:t> Pro, 66 </a:t>
            </a:r>
            <a:r>
              <a:rPr lang="de-DE" dirty="0" err="1"/>
              <a:t>pt</a:t>
            </a:r>
            <a:r>
              <a:rPr lang="de-DE" dirty="0"/>
              <a:t> – Text </a:t>
            </a:r>
            <a:r>
              <a:rPr lang="de-DE" dirty="0" err="1"/>
              <a:t>Only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081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3F0B32CA-9CD3-43EC-AC58-E090A3FE369B}"/>
              </a:ext>
            </a:extLst>
          </p:cNvPr>
          <p:cNvSpPr/>
          <p:nvPr userDrawn="1"/>
        </p:nvSpPr>
        <p:spPr>
          <a:xfrm>
            <a:off x="0" y="4696691"/>
            <a:ext cx="8122596" cy="21613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82F0712-172D-438E-9FF7-D498CD4A3112}"/>
              </a:ext>
            </a:extLst>
          </p:cNvPr>
          <p:cNvSpPr/>
          <p:nvPr userDrawn="1"/>
        </p:nvSpPr>
        <p:spPr>
          <a:xfrm>
            <a:off x="8122596" y="4696691"/>
            <a:ext cx="4069404" cy="2161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E205EC3-DFAD-46C7-BC63-B00BA6BD3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5462656"/>
            <a:ext cx="3373200" cy="1134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EF3E8A-DABD-451A-8901-420A6A80D0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000" y="1776645"/>
            <a:ext cx="11160000" cy="86177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>
            <a:lvl1pPr marL="0" indent="0" algn="ctr">
              <a:buNone/>
              <a:defRPr lang="de-DE" sz="5600" dirty="0" smtClean="0">
                <a:latin typeface="TT Norms Pro" panose="02000503030000020003" pitchFamily="50" charset="0"/>
              </a:defRPr>
            </a:lvl1pPr>
            <a:lvl2pPr>
              <a:defRPr lang="de-DE" dirty="0" smtClean="0">
                <a:latin typeface="+mn-lt"/>
              </a:defRPr>
            </a:lvl2pPr>
            <a:lvl3pPr>
              <a:defRPr lang="de-DE" sz="1800" dirty="0" smtClean="0">
                <a:latin typeface="+mn-lt"/>
              </a:defRPr>
            </a:lvl3pPr>
            <a:lvl4pPr>
              <a:defRPr lang="de-DE" sz="1800" dirty="0" smtClean="0">
                <a:latin typeface="+mn-lt"/>
              </a:defRPr>
            </a:lvl4pPr>
            <a:lvl5pPr>
              <a:defRPr lang="de-DE" sz="1800" dirty="0">
                <a:latin typeface="+mn-lt"/>
              </a:defRPr>
            </a:lvl5pPr>
          </a:lstStyle>
          <a:p>
            <a:pPr lvl="0" algn="ctr"/>
            <a:r>
              <a:rPr lang="en-US" noProof="0" dirty="0"/>
              <a:t>Text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EBDE4C5F-E142-4976-805B-DD8AEF49558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22964" y="5465404"/>
            <a:ext cx="3060000" cy="53541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5A97E1-2A14-4028-B846-143F356F43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C1F8BDCC-8A07-4688-9E7F-2BB97FAA37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36047DF-EE9B-455E-A8A4-5025BC0B2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126F0793-58CC-47F5-835B-BA9A3424E2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C393570A-729D-45A8-84B2-2088543157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312DA5F2-FC3D-4E80-9E2F-2B6F632C52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8F643865-F8A0-4041-BEA7-C8300B7F39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93556A8-7EB9-492C-94E3-DA195D9846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8A8C1F0-8AEB-4290-9529-68DC16877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8102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840D80B8-1393-4C11-BB2C-BEE3A480B012}"/>
              </a:ext>
            </a:extLst>
          </p:cNvPr>
          <p:cNvSpPr/>
          <p:nvPr userDrawn="1"/>
        </p:nvSpPr>
        <p:spPr>
          <a:xfrm>
            <a:off x="0" y="0"/>
            <a:ext cx="12192000" cy="4696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82F0712-172D-438E-9FF7-D498CD4A3112}"/>
              </a:ext>
            </a:extLst>
          </p:cNvPr>
          <p:cNvSpPr/>
          <p:nvPr userDrawn="1"/>
        </p:nvSpPr>
        <p:spPr>
          <a:xfrm>
            <a:off x="8122596" y="4696691"/>
            <a:ext cx="4069404" cy="2161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E205EC3-DFAD-46C7-BC63-B00BA6BD30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5462656"/>
            <a:ext cx="3387600" cy="1134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52201B9D-A394-4302-8B56-AC43AD93B3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000" y="1776645"/>
            <a:ext cx="11160000" cy="86177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>
            <a:lvl1pPr marL="0" indent="0" algn="ctr">
              <a:buNone/>
              <a:defRPr lang="de-DE" sz="5600" dirty="0" smtClean="0">
                <a:solidFill>
                  <a:schemeClr val="bg1"/>
                </a:solidFill>
                <a:latin typeface="TT Norms Pro" panose="02000503030000020003" pitchFamily="50" charset="0"/>
              </a:defRPr>
            </a:lvl1pPr>
            <a:lvl2pPr>
              <a:defRPr lang="de-DE" dirty="0" smtClean="0">
                <a:latin typeface="+mn-lt"/>
              </a:defRPr>
            </a:lvl2pPr>
            <a:lvl3pPr>
              <a:defRPr lang="de-DE" sz="1800" dirty="0" smtClean="0">
                <a:latin typeface="+mn-lt"/>
              </a:defRPr>
            </a:lvl3pPr>
            <a:lvl4pPr>
              <a:defRPr lang="de-DE" sz="1800" dirty="0" smtClean="0">
                <a:latin typeface="+mn-lt"/>
              </a:defRPr>
            </a:lvl4pPr>
            <a:lvl5pPr>
              <a:defRPr lang="de-DE" sz="1800" dirty="0">
                <a:latin typeface="+mn-lt"/>
              </a:defRPr>
            </a:lvl5pPr>
          </a:lstStyle>
          <a:p>
            <a:pPr lvl="0" algn="ctr"/>
            <a:r>
              <a:rPr lang="en-US" noProof="0" dirty="0"/>
              <a:t>Text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B88C666-8263-4C3E-93B5-E0AE226431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22964" y="5465404"/>
            <a:ext cx="3060000" cy="53541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0C8C6DB-1C06-4E61-9B89-5F130199FA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895E255A-8864-4372-A6FA-52B4FBD0F0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E9A4192E-26FA-41A8-8AE0-37FAE7CEF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38747545-978C-4B45-8EDC-A395456215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800160D5-404D-4994-8FDA-A6710C1543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679A7A5-8099-4201-8597-0172AC13A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3F9AEC7E-D257-41E2-BC58-C9E973AE6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2CB313C1-254A-4A0E-A806-EFC53A5E7A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7A2360AF-AD3F-4002-8DD9-A80F99BE9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877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14FE65-6E0F-471C-A895-8E1BCA7DC8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0038" y="1735200"/>
            <a:ext cx="936000" cy="93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en-US" noProof="0"/>
              <a:t>Placeholder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789004E-E74A-401E-8862-B18C67D92F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0038" y="2852621"/>
            <a:ext cx="936000" cy="93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en-US" noProof="0"/>
              <a:t>Placeholder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5C6339D-9F13-478F-A67A-F3124477E3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0038" y="3970042"/>
            <a:ext cx="936000" cy="93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en-US" noProof="0"/>
              <a:t>Placeholder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E09F3DB-4A7F-44CD-848F-8E13B47B1E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4740" y="1735200"/>
            <a:ext cx="10497600" cy="9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 marL="378000" indent="0">
              <a:buNone/>
              <a:defRPr/>
            </a:lvl3pPr>
          </a:lstStyle>
          <a:p>
            <a:pPr lvl="0"/>
            <a:r>
              <a:rPr lang="en-US" noProof="0" dirty="0"/>
              <a:t>If not needed, please delete first-level bullet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852B943-9AD3-404B-A6CC-0A76497848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4740" y="2852621"/>
            <a:ext cx="10497600" cy="9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 marL="378000" indent="0">
              <a:buNone/>
              <a:defRPr/>
            </a:lvl3pPr>
          </a:lstStyle>
          <a:p>
            <a:pPr lvl="0"/>
            <a:r>
              <a:rPr lang="en-US" noProof="0" dirty="0"/>
              <a:t>If not needed, please delete first-level bullet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92A3A15D-27FB-4492-B39A-E14C3B72F9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4740" y="3970042"/>
            <a:ext cx="10497600" cy="9360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 marL="378000" indent="0">
              <a:buNone/>
              <a:defRPr/>
            </a:lvl3pPr>
          </a:lstStyle>
          <a:p>
            <a:pPr lvl="0"/>
            <a:r>
              <a:rPr lang="en-US" noProof="0" dirty="0"/>
              <a:t>If not needed, please delete first-level bullet point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84AA2A44-D77E-4CD7-BEDD-FF7912D4A6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038" y="5087463"/>
            <a:ext cx="11592000" cy="468000"/>
          </a:xfrm>
        </p:spPr>
        <p:txBody>
          <a:bodyPr>
            <a:normAutofit/>
          </a:bodyPr>
          <a:lstStyle>
            <a:lvl1pPr>
              <a:defRPr sz="1200"/>
            </a:lvl1pPr>
            <a:lvl2pPr marL="2160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dirty="0"/>
              <a:t>If not needed, please delete first-level bullet point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EB08F341-81DE-46BB-8134-72CFD6F1F4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2797200" cy="184666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/>
              <a:t>Category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73A734-EA81-401E-BC7B-3DACADB331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584994"/>
            <a:ext cx="11592302" cy="712694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1A786D-189F-4888-B573-D0852841C86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6284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750B8A-000B-4D15-BD08-FDB00CE79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7" y="1736725"/>
            <a:ext cx="11592301" cy="3816350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If not needed, please delete first-level bullet point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09EF645E-9208-4795-B50C-AE3060A99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800" y="5562000"/>
            <a:ext cx="11592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0E11528-72FE-4988-9768-23D9ABFCA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6648D5-C2FD-4475-8D42-441B633858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103C35D-22D8-FE43-86A5-2EDF1CF0B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3501915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09EF645E-9208-4795-B50C-AE3060A99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800" y="5562000"/>
            <a:ext cx="11592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0E11528-72FE-4988-9768-23D9ABFCA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584994"/>
            <a:ext cx="11592302" cy="432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6648D5-C2FD-4475-8D42-441B633858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103C35D-22D8-FE43-86A5-2EDF1CF0B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486F3B02-730E-AA40-939D-9A935EF7B5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37" y="1305075"/>
            <a:ext cx="11592301" cy="4248000"/>
          </a:xfrm>
        </p:spPr>
        <p:txBody>
          <a:bodyPr>
            <a:noAutofit/>
          </a:bodyPr>
          <a:lstStyle/>
          <a:p>
            <a:pPr lvl="0"/>
            <a:r>
              <a:rPr lang="en-US" noProof="0" dirty="0"/>
              <a:t>If not needed, please delete first-level bullet point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26158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09EF645E-9208-4795-B50C-AE3060A99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800" y="5562000"/>
            <a:ext cx="11592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6648D5-C2FD-4475-8D42-441B633858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103C35D-22D8-FE43-86A5-2EDF1CF0B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486F3B02-730E-AA40-939D-9A935EF7B5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37" y="584994"/>
            <a:ext cx="11592301" cy="496808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 dirty="0"/>
              <a:t>I</a:t>
            </a:r>
            <a:r>
              <a:rPr lang="en-DE" dirty="0"/>
              <a:t>f you need even more space, use </a:t>
            </a:r>
            <a:r>
              <a:rPr lang="de-DE" dirty="0" err="1"/>
              <a:t>this</a:t>
            </a:r>
            <a:r>
              <a:rPr lang="de-DE" dirty="0"/>
              <a:t> „XL Content“ 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layout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98589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X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6648D5-C2FD-4475-8D42-441B633858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486F3B02-730E-AA40-939D-9A935EF7B5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37" y="234000"/>
            <a:ext cx="11592301" cy="5544000"/>
          </a:xfrm>
        </p:spPr>
        <p:txBody>
          <a:bodyPr>
            <a:noAutofit/>
          </a:bodyPr>
          <a:lstStyle/>
          <a:p>
            <a:r>
              <a:rPr lang="en-GB" dirty="0"/>
              <a:t>I</a:t>
            </a:r>
            <a:r>
              <a:rPr lang="en-DE" dirty="0"/>
              <a:t>f you need maximum space, use this “XXL Content” version</a:t>
            </a:r>
          </a:p>
        </p:txBody>
      </p:sp>
    </p:spTree>
    <p:extLst>
      <p:ext uri="{BB962C8B-B14F-4D97-AF65-F5344CB8AC3E}">
        <p14:creationId xmlns:p14="http://schemas.microsoft.com/office/powerpoint/2010/main" val="201491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XL 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10FCDA-A89E-4282-AE3C-534EECFCE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86C27B-41A1-43F6-9654-5306C07530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F66ED41-282B-4978-89C3-055C66C73D95}"/>
              </a:ext>
            </a:extLst>
          </p:cNvPr>
          <p:cNvSpPr/>
          <p:nvPr userDrawn="1"/>
        </p:nvSpPr>
        <p:spPr>
          <a:xfrm>
            <a:off x="0" y="1"/>
            <a:ext cx="12192000" cy="603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51861351-FC8E-C149-A413-C87BAFABEE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37" y="234000"/>
            <a:ext cx="11592301" cy="5544000"/>
          </a:xfrm>
        </p:spPr>
        <p:txBody>
          <a:bodyPr>
            <a:noAutofit/>
          </a:bodyPr>
          <a:lstStyle/>
          <a:p>
            <a:r>
              <a:rPr lang="de-DE" dirty="0"/>
              <a:t>The </a:t>
            </a:r>
            <a:r>
              <a:rPr lang="en-DE" dirty="0"/>
              <a:t>“XXL Content” version is also available with yellow background. Use as exception only.</a:t>
            </a:r>
          </a:p>
        </p:txBody>
      </p:sp>
      <p:sp>
        <p:nvSpPr>
          <p:cNvPr id="8" name="Rechteck 4">
            <a:extLst>
              <a:ext uri="{FF2B5EF4-FFF2-40B4-BE49-F238E27FC236}">
                <a16:creationId xmlns:a16="http://schemas.microsoft.com/office/drawing/2014/main" id="{07C84696-2788-074C-A5A9-05804CDE3D31}"/>
              </a:ext>
            </a:extLst>
          </p:cNvPr>
          <p:cNvSpPr/>
          <p:nvPr userDrawn="1"/>
        </p:nvSpPr>
        <p:spPr>
          <a:xfrm>
            <a:off x="0" y="6037201"/>
            <a:ext cx="12192000" cy="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9202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BF3378D-2BDA-44C3-A250-7EBA0A54B84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31102" y="1735200"/>
            <a:ext cx="5760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5F27561-489C-4A98-8EA1-A46A56597C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5760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7A14A-65E3-45F5-9D8F-27FC1EE690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1102" y="5562000"/>
            <a:ext cx="5760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7406C92-7267-A245-8DBE-ABD94117A1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827D0A17-A0B8-FB4E-8213-F2219767B0C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8800" y="1735200"/>
            <a:ext cx="5760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</p:spTree>
    <p:extLst>
      <p:ext uri="{BB962C8B-B14F-4D97-AF65-F5344CB8AC3E}">
        <p14:creationId xmlns:p14="http://schemas.microsoft.com/office/powerpoint/2010/main" val="24724609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BF3378D-2BDA-44C3-A250-7EBA0A54B84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31102" y="1735200"/>
            <a:ext cx="5760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5F27561-489C-4A98-8EA1-A46A56597C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5760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7A14A-65E3-45F5-9D8F-27FC1EE690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1102" y="5562000"/>
            <a:ext cx="5760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883E70F6-09A0-0C42-A3C1-5138CFDB15B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8800" y="1735200"/>
            <a:ext cx="5760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DD049A23-6FF8-B840-A89D-EA7E73B64E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2497937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BF3378D-2BDA-44C3-A250-7EBA0A54B84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86951" y="1735200"/>
            <a:ext cx="3816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5F27561-489C-4A98-8EA1-A46A56597C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7A14A-65E3-45F5-9D8F-27FC1EE690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5102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883E70F6-09A0-0C42-A3C1-5138CFDB15B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8799" y="1735200"/>
            <a:ext cx="3816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E4F46ED5-A9CC-3845-8EAE-DF22E78C0FE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75102" y="1735200"/>
            <a:ext cx="3816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131B782-CE0E-D94C-A6D8-698ECB9158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84F0773C-3660-C346-B576-6A1541D607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86951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606491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BF3378D-2BDA-44C3-A250-7EBA0A54B84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86951" y="1735200"/>
            <a:ext cx="3816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883E70F6-09A0-0C42-A3C1-5138CFDB15B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8800" y="1735200"/>
            <a:ext cx="3816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E4F46ED5-A9CC-3845-8EAE-DF22E78C0FE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75102" y="1735200"/>
            <a:ext cx="3816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3A88FD0-4917-C843-BD3E-E4112894B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73DC0A74-6183-6046-B8C1-245635094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88433810-AB85-764E-85DB-6D8B1016E5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5102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7" name="Textplatzhalter 10">
            <a:extLst>
              <a:ext uri="{FF2B5EF4-FFF2-40B4-BE49-F238E27FC236}">
                <a16:creationId xmlns:a16="http://schemas.microsoft.com/office/drawing/2014/main" id="{5518CCE1-8448-2D4F-9ACE-4B7F6F9C9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86951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5068234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upl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BF3378D-2BDA-44C3-A250-7EBA0A54B84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16300" y="1746000"/>
            <a:ext cx="2844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5F27561-489C-4A98-8EA1-A46A56597C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7A14A-65E3-45F5-9D8F-27FC1EE690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47102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883E70F6-09A0-0C42-A3C1-5138CFDB15B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00899" y="1746000"/>
            <a:ext cx="2844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E4F46ED5-A9CC-3845-8EAE-DF22E78C0FE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31701" y="1746000"/>
            <a:ext cx="2844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115D6F6E-CC99-D945-BA74-6FDAD547DDA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047102" y="1735200"/>
            <a:ext cx="2844000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4C2D65E-0AB0-7946-95ED-F97C130BF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85BE21C-111F-E94E-BB6F-C94E4248C0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14901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4161C85F-7079-6F4A-8B3C-4DC98ACE32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31002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038599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u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5E2EB6-0E6B-41C8-B78F-094D708B6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F5B8-49DE-4B55-898B-3247B91CDDB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392FE00C-43DE-AA40-9463-5C36F27F5B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14900" y="1735200"/>
            <a:ext cx="2844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FA983B17-64B5-B645-B946-A660CF637D6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8799" y="1735200"/>
            <a:ext cx="2844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A21B3C48-9054-AE41-BDCD-29E76BEB7F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31001" y="1735200"/>
            <a:ext cx="2844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9" name="Bildplatzhalter 7">
            <a:extLst>
              <a:ext uri="{FF2B5EF4-FFF2-40B4-BE49-F238E27FC236}">
                <a16:creationId xmlns:a16="http://schemas.microsoft.com/office/drawing/2014/main" id="{9495065D-91A4-644A-8033-A7CF60F9A67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047102" y="1735200"/>
            <a:ext cx="2844000" cy="241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CF36E6CD-8682-E549-AD4E-A9B4FAA029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151DCB6D-80D7-CA4B-8652-64A4495C2D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800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1F890C00-F393-B04B-B61D-F4C698E095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14901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2EC90634-D4A5-1545-BA44-9867CD4B7C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31002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2A781507-C328-714B-A41D-110D168020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47102" y="5562000"/>
            <a:ext cx="284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186694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2B15B91-4C2A-4F0F-844F-20454FB211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1"/>
            <a:ext cx="12192001" cy="60768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A7E34-C0EF-487F-8E8A-13AB773352B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95382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>
            <a:extLst>
              <a:ext uri="{FF2B5EF4-FFF2-40B4-BE49-F238E27FC236}">
                <a16:creationId xmlns:a16="http://schemas.microsoft.com/office/drawing/2014/main" id="{89BC1607-6D09-4E13-8EA1-F50B3F5FB7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0037" y="1736726"/>
            <a:ext cx="11591925" cy="38163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F0CC72-3108-40CF-9115-509E4D2D1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4E1060B-5A82-4C24-BE4A-419CC8F21E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799" y="5562000"/>
            <a:ext cx="11591925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8DFCB-1820-4451-AB3F-AB62C55C0C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C45DFFDF-B381-6144-BDAD-5124575999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35968385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DC1AB411-E876-4DEB-8173-A4DA6C7057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86951" y="1735200"/>
            <a:ext cx="7703848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08545-2FE9-4F35-AACF-1A4C7606BB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E9B04A-8B8A-46C0-B900-9A403D0FC0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799" y="5562000"/>
            <a:ext cx="3815999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A86120A-B490-4E33-BDCD-4DC227A4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86951" y="5562000"/>
            <a:ext cx="7703848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9C1A2-819F-4559-9B0E-43E8AB02D44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0C866D-AED9-3B43-8C10-C3581B225D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08FC13B-E432-8C49-AB4E-9BCA4074E3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0036" y="1735200"/>
            <a:ext cx="3814761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042121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DC1AB411-E876-4DEB-8173-A4DA6C7057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98800" y="1735200"/>
            <a:ext cx="7704151" cy="38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 b="0">
                <a:latin typeface="+mj-lt"/>
              </a:defRPr>
            </a:lvl1pPr>
          </a:lstStyle>
          <a:p>
            <a:r>
              <a:rPr lang="en-US" noProof="0"/>
              <a:t>Placeholder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08545-2FE9-4F35-AACF-1A4C7606BB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E9B04A-8B8A-46C0-B900-9A403D0FC0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4800" y="5562000"/>
            <a:ext cx="3816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A86120A-B490-4E33-BDCD-4DC227A4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800" y="5562000"/>
            <a:ext cx="7704151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9C1A2-819F-4559-9B0E-43E8AB02D44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EC7C3B-FF6F-D44F-B6C8-E34C855E83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50BE484-93BC-8B42-978C-1B071FA7F35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76039" y="1735200"/>
            <a:ext cx="3814761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5946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a Placeholder 3">
            <a:extLst>
              <a:ext uri="{FF2B5EF4-FFF2-40B4-BE49-F238E27FC236}">
                <a16:creationId xmlns:a16="http://schemas.microsoft.com/office/drawing/2014/main" id="{4D9E7F2B-92A3-4845-AB36-2B6C61D9430A}"/>
              </a:ext>
            </a:extLst>
          </p:cNvPr>
          <p:cNvSpPr>
            <a:spLocks noGrp="1"/>
          </p:cNvSpPr>
          <p:nvPr>
            <p:ph type="media" sz="quarter" idx="16"/>
          </p:nvPr>
        </p:nvSpPr>
        <p:spPr>
          <a:xfrm>
            <a:off x="-1" y="0"/>
            <a:ext cx="12193200" cy="6857999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173201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08545-2FE9-4F35-AACF-1A4C7606BB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E9B04A-8B8A-46C0-B900-9A403D0FC0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799" y="5562000"/>
            <a:ext cx="473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A86120A-B490-4E33-BDCD-4DC227A4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06799" y="5562000"/>
            <a:ext cx="678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9C1A2-819F-4559-9B0E-43E8AB02D44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0C866D-AED9-3B43-8C10-C3581B225D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08FC13B-E432-8C49-AB4E-9BCA4074E3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0035" y="1735200"/>
            <a:ext cx="4734000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95A61C8-D504-854F-AA9D-A2FB684665C9}"/>
              </a:ext>
            </a:extLst>
          </p:cNvPr>
          <p:cNvSpPr>
            <a:spLocks noGrp="1" noChangeAspect="1"/>
          </p:cNvSpPr>
          <p:nvPr>
            <p:ph type="media" sz="quarter" idx="25"/>
          </p:nvPr>
        </p:nvSpPr>
        <p:spPr>
          <a:xfrm>
            <a:off x="5106799" y="1735200"/>
            <a:ext cx="6784000" cy="3816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81933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08545-2FE9-4F35-AACF-1A4C7606BB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800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E9B04A-8B8A-46C0-B900-9A403D0FC0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56799" y="5562000"/>
            <a:ext cx="473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 dirty="0"/>
              <a:t>Footnote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A86120A-B490-4E33-BDCD-4DC227A4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799" y="5562000"/>
            <a:ext cx="6784000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 sz="10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9C1A2-819F-4559-9B0E-43E8AB02D44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0C866D-AED9-3B43-8C10-C3581B225D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08FC13B-E432-8C49-AB4E-9BCA4074E3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6799" y="1735200"/>
            <a:ext cx="4734000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95A61C8-D504-854F-AA9D-A2FB684665C9}"/>
              </a:ext>
            </a:extLst>
          </p:cNvPr>
          <p:cNvSpPr>
            <a:spLocks noGrp="1" noChangeAspect="1"/>
          </p:cNvSpPr>
          <p:nvPr>
            <p:ph type="media" sz="quarter" idx="25"/>
          </p:nvPr>
        </p:nvSpPr>
        <p:spPr>
          <a:xfrm>
            <a:off x="298799" y="1735200"/>
            <a:ext cx="6784000" cy="3816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42901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>
            <a:extLst>
              <a:ext uri="{FF2B5EF4-FFF2-40B4-BE49-F238E27FC236}">
                <a16:creationId xmlns:a16="http://schemas.microsoft.com/office/drawing/2014/main" id="{89BC1607-6D09-4E13-8EA1-F50B3F5FB7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0037" y="1736638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2F4C01-EE7D-4AA7-B38E-ECA8E469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F0CC72-3108-40CF-9115-509E4D2D1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584994"/>
            <a:ext cx="11592302" cy="864000"/>
          </a:xfrm>
        </p:spPr>
        <p:txBody>
          <a:bodyPr/>
          <a:lstStyle/>
          <a:p>
            <a:r>
              <a:rPr lang="en-US" dirty="0"/>
              <a:t>Headline 1, TT Norms Pro, 28 </a:t>
            </a:r>
            <a:r>
              <a:rPr lang="en-US" dirty="0" err="1"/>
              <a:t>pt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4E1060B-5A82-4C24-BE4A-419CC8F21E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799" y="5562000"/>
            <a:ext cx="11591925" cy="216000"/>
          </a:xfrm>
          <a:prstGeom prst="rect">
            <a:avLst/>
          </a:prstGeom>
        </p:spPr>
        <p:txBody>
          <a:bodyPr wrap="square" tIns="3600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600"/>
              </a:spcAft>
              <a:buNone/>
              <a:defRPr sz="1000" b="0"/>
            </a:lvl1pPr>
          </a:lstStyle>
          <a:p>
            <a:pPr lvl="0"/>
            <a:r>
              <a:rPr lang="en-US" noProof="0"/>
              <a:t>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8DFCB-1820-4451-AB3F-AB62C55C0C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C45DFFDF-B381-6144-BDAD-5124575999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800" y="234000"/>
            <a:ext cx="4320000" cy="18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200" b="0"/>
            </a:lvl1pPr>
          </a:lstStyle>
          <a:p>
            <a:pPr lvl="0"/>
            <a:r>
              <a:rPr lang="en-US" noProof="0" dirty="0"/>
              <a:t>Category</a:t>
            </a:r>
          </a:p>
        </p:txBody>
      </p:sp>
      <p:sp>
        <p:nvSpPr>
          <p:cNvPr id="19" name="Bildplatzhalter 7">
            <a:extLst>
              <a:ext uri="{FF2B5EF4-FFF2-40B4-BE49-F238E27FC236}">
                <a16:creationId xmlns:a16="http://schemas.microsoft.com/office/drawing/2014/main" id="{3722DDAC-8DC4-4E4E-B3E6-17A4F3E9864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23997" y="1736638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0" name="Bildplatzhalter 7">
            <a:extLst>
              <a:ext uri="{FF2B5EF4-FFF2-40B4-BE49-F238E27FC236}">
                <a16:creationId xmlns:a16="http://schemas.microsoft.com/office/drawing/2014/main" id="{23BD0554-0C87-4D46-B326-7C4AF9D425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47957" y="1736638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2" name="Bildplatzhalter 7">
            <a:extLst>
              <a:ext uri="{FF2B5EF4-FFF2-40B4-BE49-F238E27FC236}">
                <a16:creationId xmlns:a16="http://schemas.microsoft.com/office/drawing/2014/main" id="{78930CCD-FACC-7141-94C3-7889E5E6A4E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71916" y="1736638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545CE4B0-8EA2-4E44-BCB1-7E5C62AC57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71916" y="3050857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5" name="Bildplatzhalter 7">
            <a:extLst>
              <a:ext uri="{FF2B5EF4-FFF2-40B4-BE49-F238E27FC236}">
                <a16:creationId xmlns:a16="http://schemas.microsoft.com/office/drawing/2014/main" id="{EA52EA84-692C-D84B-BF57-88F744E2B44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071916" y="4365075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6" name="Bildplatzhalter 7">
            <a:extLst>
              <a:ext uri="{FF2B5EF4-FFF2-40B4-BE49-F238E27FC236}">
                <a16:creationId xmlns:a16="http://schemas.microsoft.com/office/drawing/2014/main" id="{341B5F01-E93A-AA4C-9CE1-2028DACD51C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47957" y="3050857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25D60A8D-B707-E44B-B19A-6348C47351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47957" y="4365075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8" name="Bildplatzhalter 7">
            <a:extLst>
              <a:ext uri="{FF2B5EF4-FFF2-40B4-BE49-F238E27FC236}">
                <a16:creationId xmlns:a16="http://schemas.microsoft.com/office/drawing/2014/main" id="{C08324FD-C265-F449-A6AF-05AF918A898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223997" y="3050857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29" name="Bildplatzhalter 7">
            <a:extLst>
              <a:ext uri="{FF2B5EF4-FFF2-40B4-BE49-F238E27FC236}">
                <a16:creationId xmlns:a16="http://schemas.microsoft.com/office/drawing/2014/main" id="{1B54698E-78E3-CD46-A98F-5C1A06EFE73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23997" y="4365075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30" name="Bildplatzhalter 7">
            <a:extLst>
              <a:ext uri="{FF2B5EF4-FFF2-40B4-BE49-F238E27FC236}">
                <a16:creationId xmlns:a16="http://schemas.microsoft.com/office/drawing/2014/main" id="{4A5D0715-FB53-5941-B626-D19B49E3D02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00037" y="3050857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  <p:sp>
        <p:nvSpPr>
          <p:cNvPr id="31" name="Bildplatzhalter 7">
            <a:extLst>
              <a:ext uri="{FF2B5EF4-FFF2-40B4-BE49-F238E27FC236}">
                <a16:creationId xmlns:a16="http://schemas.microsoft.com/office/drawing/2014/main" id="{6A14930C-1111-864E-8C92-704DCC3A7E2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00037" y="4365075"/>
            <a:ext cx="950400" cy="118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00" b="0">
                <a:latin typeface="+mj-lt"/>
              </a:defRPr>
            </a:lvl1pPr>
          </a:lstStyle>
          <a:p>
            <a:r>
              <a:rPr lang="en-US" noProof="0" dirty="0"/>
              <a:t>Placeholder Image</a:t>
            </a:r>
          </a:p>
        </p:txBody>
      </p:sp>
    </p:spTree>
    <p:extLst>
      <p:ext uri="{BB962C8B-B14F-4D97-AF65-F5344CB8AC3E}">
        <p14:creationId xmlns:p14="http://schemas.microsoft.com/office/powerpoint/2010/main" val="42547428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8">
            <a:extLst>
              <a:ext uri="{FF2B5EF4-FFF2-40B4-BE49-F238E27FC236}">
                <a16:creationId xmlns:a16="http://schemas.microsoft.com/office/drawing/2014/main" id="{9D315885-191C-C343-987A-66BCFAF12CCC}"/>
              </a:ext>
            </a:extLst>
          </p:cNvPr>
          <p:cNvSpPr/>
          <p:nvPr userDrawn="1"/>
        </p:nvSpPr>
        <p:spPr>
          <a:xfrm>
            <a:off x="7156798" y="3056399"/>
            <a:ext cx="4734000" cy="272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18FB97A9-F677-9F41-B295-72D0F5CD57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56800" y="333075"/>
            <a:ext cx="4734000" cy="2721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24" name="Textplatzhalter 3">
            <a:extLst>
              <a:ext uri="{FF2B5EF4-FFF2-40B4-BE49-F238E27FC236}">
                <a16:creationId xmlns:a16="http://schemas.microsoft.com/office/drawing/2014/main" id="{15ABADD1-339B-4D4F-B932-2BDC98A372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7" y="333074"/>
            <a:ext cx="6856759" cy="5444925"/>
          </a:xfrm>
          <a:solidFill>
            <a:schemeClr val="bg2"/>
          </a:solidFill>
        </p:spPr>
        <p:txBody>
          <a:bodyPr lIns="720000" tIns="720000" rIns="720000" bIns="1080000" anchor="ctr" anchorCtr="0">
            <a:normAutofit/>
          </a:bodyPr>
          <a:lstStyle>
            <a:lvl1pPr marL="0" indent="0">
              <a:buNone/>
              <a:defRPr sz="4400"/>
            </a:lvl1pPr>
            <a:lvl2pPr marL="216000" indent="0">
              <a:buNone/>
              <a:defRPr/>
            </a:lvl2pPr>
          </a:lstStyle>
          <a:p>
            <a:pPr lvl="0"/>
            <a:r>
              <a:rPr lang="en-US" noProof="0" dirty="0"/>
              <a:t>“Insert quote here.”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6BEFA9A3-4864-45F2-9697-0D75A2D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62742F80-BC87-9745-B21F-926177FE908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30800" y="6494400"/>
            <a:ext cx="7452000" cy="153888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39B1EF-BEA0-774E-8EEA-40C2D8D7E95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1500" y="3454901"/>
            <a:ext cx="1924597" cy="1924597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73E6CD6-6BBE-504E-99BD-ACE8BE749BB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0037" y="4896000"/>
            <a:ext cx="6858000" cy="360000"/>
          </a:xfrm>
          <a:solidFill>
            <a:schemeClr val="bg2"/>
          </a:solidFill>
        </p:spPr>
        <p:txBody>
          <a:bodyPr lIns="720000" tIns="72000" rIns="720000" bIns="72000" anchor="ctr" anchorCtr="0">
            <a:noAutofit/>
          </a:bodyPr>
          <a:lstStyle>
            <a:lvl1pPr marL="0" indent="0">
              <a:buNone/>
              <a:defRPr sz="1600"/>
            </a:lvl1pPr>
            <a:lvl2pPr marL="216000" indent="0">
              <a:buNone/>
              <a:defRPr/>
            </a:lvl2pPr>
          </a:lstStyle>
          <a:p>
            <a:pPr lvl="0"/>
            <a:r>
              <a:rPr lang="en-US" noProof="0" dirty="0"/>
              <a:t>- Name Optional</a:t>
            </a:r>
          </a:p>
        </p:txBody>
      </p:sp>
    </p:spTree>
    <p:extLst>
      <p:ext uri="{BB962C8B-B14F-4D97-AF65-F5344CB8AC3E}">
        <p14:creationId xmlns:p14="http://schemas.microsoft.com/office/powerpoint/2010/main" val="2075433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B2390-26F9-444F-8320-211A6800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61C7-EE27-4485-904A-AF787EF92FB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DFB94B-A61A-4382-A1BE-BE317234AD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454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357F3-5D90-8BF4-EFC0-39F4B96C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CB636-48D6-F9AE-A040-04DB12792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EBD7-1502-BEFB-5740-DFA6FAB73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5FC8-7D09-4D65-86F8-B663CA08C721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434A-7495-A268-464D-4E4DEE6C0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C280-DA94-CA0C-3E8A-5DB55E6E0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FDCC2-CCCB-4882-813A-12875A0AA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1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AE81B4C-05CF-46F7-BC63-63B092C77E89}"/>
              </a:ext>
            </a:extLst>
          </p:cNvPr>
          <p:cNvSpPr/>
          <p:nvPr userDrawn="1"/>
        </p:nvSpPr>
        <p:spPr>
          <a:xfrm>
            <a:off x="0" y="6074022"/>
            <a:ext cx="12192000" cy="7839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7A388C98-8A33-4E0A-B7AD-F3DE0DB1346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69796" y="6335625"/>
            <a:ext cx="1522544" cy="266400"/>
            <a:chOff x="692439" y="1293569"/>
            <a:chExt cx="12203113" cy="2135188"/>
          </a:xfrm>
          <a:solidFill>
            <a:schemeClr val="tx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285FB4A-43AB-4389-A9A7-4473190B39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17452" y="1336432"/>
              <a:ext cx="1539875" cy="2092325"/>
            </a:xfrm>
            <a:custGeom>
              <a:avLst/>
              <a:gdLst>
                <a:gd name="T0" fmla="*/ 0 w 837"/>
                <a:gd name="T1" fmla="*/ 693 h 1133"/>
                <a:gd name="T2" fmla="*/ 420 w 837"/>
                <a:gd name="T3" fmla="*/ 1133 h 1133"/>
                <a:gd name="T4" fmla="*/ 837 w 837"/>
                <a:gd name="T5" fmla="*/ 693 h 1133"/>
                <a:gd name="T6" fmla="*/ 837 w 837"/>
                <a:gd name="T7" fmla="*/ 647 h 1133"/>
                <a:gd name="T8" fmla="*/ 677 w 837"/>
                <a:gd name="T9" fmla="*/ 647 h 1133"/>
                <a:gd name="T10" fmla="*/ 677 w 837"/>
                <a:gd name="T11" fmla="*/ 693 h 1133"/>
                <a:gd name="T12" fmla="*/ 420 w 837"/>
                <a:gd name="T13" fmla="*/ 989 h 1133"/>
                <a:gd name="T14" fmla="*/ 163 w 837"/>
                <a:gd name="T15" fmla="*/ 693 h 1133"/>
                <a:gd name="T16" fmla="*/ 163 w 837"/>
                <a:gd name="T17" fmla="*/ 0 h 1133"/>
                <a:gd name="T18" fmla="*/ 0 w 837"/>
                <a:gd name="T19" fmla="*/ 0 h 1133"/>
                <a:gd name="T20" fmla="*/ 0 w 837"/>
                <a:gd name="T21" fmla="*/ 69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7" h="1133">
                  <a:moveTo>
                    <a:pt x="0" y="693"/>
                  </a:moveTo>
                  <a:cubicBezTo>
                    <a:pt x="0" y="920"/>
                    <a:pt x="142" y="1133"/>
                    <a:pt x="420" y="1133"/>
                  </a:cubicBezTo>
                  <a:cubicBezTo>
                    <a:pt x="691" y="1133"/>
                    <a:pt x="837" y="920"/>
                    <a:pt x="837" y="693"/>
                  </a:cubicBezTo>
                  <a:cubicBezTo>
                    <a:pt x="837" y="647"/>
                    <a:pt x="837" y="647"/>
                    <a:pt x="837" y="647"/>
                  </a:cubicBezTo>
                  <a:cubicBezTo>
                    <a:pt x="677" y="647"/>
                    <a:pt x="677" y="647"/>
                    <a:pt x="677" y="647"/>
                  </a:cubicBezTo>
                  <a:cubicBezTo>
                    <a:pt x="677" y="693"/>
                    <a:pt x="677" y="693"/>
                    <a:pt x="677" y="693"/>
                  </a:cubicBezTo>
                  <a:cubicBezTo>
                    <a:pt x="677" y="861"/>
                    <a:pt x="597" y="989"/>
                    <a:pt x="420" y="989"/>
                  </a:cubicBezTo>
                  <a:cubicBezTo>
                    <a:pt x="243" y="989"/>
                    <a:pt x="163" y="858"/>
                    <a:pt x="163" y="693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F8936244-2D7A-4620-9A6E-2CE4D3DE5F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612602" y="1336432"/>
              <a:ext cx="298450" cy="2052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3A555F5-59A7-41E3-937F-8E93B14D4B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66102" y="1339607"/>
              <a:ext cx="2078038" cy="2087563"/>
            </a:xfrm>
            <a:custGeom>
              <a:avLst/>
              <a:gdLst>
                <a:gd name="T0" fmla="*/ 0 w 1129"/>
                <a:gd name="T1" fmla="*/ 564 h 1130"/>
                <a:gd name="T2" fmla="*/ 565 w 1129"/>
                <a:gd name="T3" fmla="*/ 1130 h 1130"/>
                <a:gd name="T4" fmla="*/ 1129 w 1129"/>
                <a:gd name="T5" fmla="*/ 564 h 1130"/>
                <a:gd name="T6" fmla="*/ 565 w 1129"/>
                <a:gd name="T7" fmla="*/ 0 h 1130"/>
                <a:gd name="T8" fmla="*/ 538 w 1129"/>
                <a:gd name="T9" fmla="*/ 0 h 1130"/>
                <a:gd name="T10" fmla="*/ 538 w 1129"/>
                <a:gd name="T11" fmla="*/ 141 h 1130"/>
                <a:gd name="T12" fmla="*/ 565 w 1129"/>
                <a:gd name="T13" fmla="*/ 141 h 1130"/>
                <a:gd name="T14" fmla="*/ 978 w 1129"/>
                <a:gd name="T15" fmla="*/ 564 h 1130"/>
                <a:gd name="T16" fmla="*/ 565 w 1129"/>
                <a:gd name="T17" fmla="*/ 988 h 1130"/>
                <a:gd name="T18" fmla="*/ 151 w 1129"/>
                <a:gd name="T19" fmla="*/ 564 h 1130"/>
                <a:gd name="T20" fmla="*/ 0 w 1129"/>
                <a:gd name="T21" fmla="*/ 564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9" h="1130">
                  <a:moveTo>
                    <a:pt x="0" y="564"/>
                  </a:moveTo>
                  <a:cubicBezTo>
                    <a:pt x="0" y="881"/>
                    <a:pt x="250" y="1130"/>
                    <a:pt x="565" y="1130"/>
                  </a:cubicBezTo>
                  <a:cubicBezTo>
                    <a:pt x="879" y="1130"/>
                    <a:pt x="1129" y="881"/>
                    <a:pt x="1129" y="564"/>
                  </a:cubicBezTo>
                  <a:cubicBezTo>
                    <a:pt x="1129" y="249"/>
                    <a:pt x="879" y="0"/>
                    <a:pt x="565" y="0"/>
                  </a:cubicBezTo>
                  <a:cubicBezTo>
                    <a:pt x="538" y="0"/>
                    <a:pt x="538" y="0"/>
                    <a:pt x="538" y="0"/>
                  </a:cubicBezTo>
                  <a:cubicBezTo>
                    <a:pt x="538" y="141"/>
                    <a:pt x="538" y="141"/>
                    <a:pt x="538" y="141"/>
                  </a:cubicBezTo>
                  <a:cubicBezTo>
                    <a:pt x="565" y="141"/>
                    <a:pt x="565" y="141"/>
                    <a:pt x="565" y="141"/>
                  </a:cubicBezTo>
                  <a:cubicBezTo>
                    <a:pt x="796" y="141"/>
                    <a:pt x="978" y="326"/>
                    <a:pt x="978" y="564"/>
                  </a:cubicBezTo>
                  <a:cubicBezTo>
                    <a:pt x="978" y="803"/>
                    <a:pt x="796" y="988"/>
                    <a:pt x="565" y="988"/>
                  </a:cubicBezTo>
                  <a:cubicBezTo>
                    <a:pt x="333" y="988"/>
                    <a:pt x="151" y="803"/>
                    <a:pt x="151" y="564"/>
                  </a:cubicBezTo>
                  <a:lnTo>
                    <a:pt x="0" y="5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B82B73FC-CBF1-4339-9091-C47FE1EAB3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0627" y="1293569"/>
              <a:ext cx="1304925" cy="2095500"/>
            </a:xfrm>
            <a:custGeom>
              <a:avLst/>
              <a:gdLst>
                <a:gd name="T0" fmla="*/ 0 w 709"/>
                <a:gd name="T1" fmla="*/ 289 h 1134"/>
                <a:gd name="T2" fmla="*/ 166 w 709"/>
                <a:gd name="T3" fmla="*/ 558 h 1134"/>
                <a:gd name="T4" fmla="*/ 405 w 709"/>
                <a:gd name="T5" fmla="*/ 638 h 1134"/>
                <a:gd name="T6" fmla="*/ 552 w 709"/>
                <a:gd name="T7" fmla="*/ 819 h 1134"/>
                <a:gd name="T8" fmla="*/ 348 w 709"/>
                <a:gd name="T9" fmla="*/ 1002 h 1134"/>
                <a:gd name="T10" fmla="*/ 333 w 709"/>
                <a:gd name="T11" fmla="*/ 1002 h 1134"/>
                <a:gd name="T12" fmla="*/ 333 w 709"/>
                <a:gd name="T13" fmla="*/ 1134 h 1134"/>
                <a:gd name="T14" fmla="*/ 342 w 709"/>
                <a:gd name="T15" fmla="*/ 1134 h 1134"/>
                <a:gd name="T16" fmla="*/ 709 w 709"/>
                <a:gd name="T17" fmla="*/ 818 h 1134"/>
                <a:gd name="T18" fmla="*/ 506 w 709"/>
                <a:gd name="T19" fmla="*/ 521 h 1134"/>
                <a:gd name="T20" fmla="*/ 263 w 709"/>
                <a:gd name="T21" fmla="*/ 439 h 1134"/>
                <a:gd name="T22" fmla="*/ 160 w 709"/>
                <a:gd name="T23" fmla="*/ 290 h 1134"/>
                <a:gd name="T24" fmla="*/ 342 w 709"/>
                <a:gd name="T25" fmla="*/ 137 h 1134"/>
                <a:gd name="T26" fmla="*/ 557 w 709"/>
                <a:gd name="T27" fmla="*/ 311 h 1134"/>
                <a:gd name="T28" fmla="*/ 704 w 709"/>
                <a:gd name="T29" fmla="*/ 311 h 1134"/>
                <a:gd name="T30" fmla="*/ 342 w 709"/>
                <a:gd name="T31" fmla="*/ 0 h 1134"/>
                <a:gd name="T32" fmla="*/ 0 w 709"/>
                <a:gd name="T33" fmla="*/ 2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9" h="1134">
                  <a:moveTo>
                    <a:pt x="0" y="289"/>
                  </a:moveTo>
                  <a:cubicBezTo>
                    <a:pt x="0" y="425"/>
                    <a:pt x="64" y="503"/>
                    <a:pt x="166" y="558"/>
                  </a:cubicBezTo>
                  <a:cubicBezTo>
                    <a:pt x="245" y="600"/>
                    <a:pt x="327" y="609"/>
                    <a:pt x="405" y="638"/>
                  </a:cubicBezTo>
                  <a:cubicBezTo>
                    <a:pt x="517" y="680"/>
                    <a:pt x="552" y="738"/>
                    <a:pt x="552" y="819"/>
                  </a:cubicBezTo>
                  <a:cubicBezTo>
                    <a:pt x="552" y="931"/>
                    <a:pt x="475" y="1002"/>
                    <a:pt x="348" y="1002"/>
                  </a:cubicBezTo>
                  <a:cubicBezTo>
                    <a:pt x="333" y="1002"/>
                    <a:pt x="333" y="1002"/>
                    <a:pt x="333" y="1002"/>
                  </a:cubicBezTo>
                  <a:cubicBezTo>
                    <a:pt x="333" y="1134"/>
                    <a:pt x="333" y="1134"/>
                    <a:pt x="333" y="1134"/>
                  </a:cubicBezTo>
                  <a:cubicBezTo>
                    <a:pt x="342" y="1134"/>
                    <a:pt x="342" y="1134"/>
                    <a:pt x="342" y="1134"/>
                  </a:cubicBezTo>
                  <a:cubicBezTo>
                    <a:pt x="567" y="1134"/>
                    <a:pt x="709" y="994"/>
                    <a:pt x="709" y="818"/>
                  </a:cubicBezTo>
                  <a:cubicBezTo>
                    <a:pt x="709" y="703"/>
                    <a:pt x="653" y="587"/>
                    <a:pt x="506" y="521"/>
                  </a:cubicBezTo>
                  <a:cubicBezTo>
                    <a:pt x="427" y="486"/>
                    <a:pt x="332" y="468"/>
                    <a:pt x="263" y="439"/>
                  </a:cubicBezTo>
                  <a:cubicBezTo>
                    <a:pt x="188" y="406"/>
                    <a:pt x="160" y="363"/>
                    <a:pt x="160" y="290"/>
                  </a:cubicBezTo>
                  <a:cubicBezTo>
                    <a:pt x="160" y="203"/>
                    <a:pt x="232" y="137"/>
                    <a:pt x="342" y="137"/>
                  </a:cubicBezTo>
                  <a:cubicBezTo>
                    <a:pt x="487" y="137"/>
                    <a:pt x="554" y="208"/>
                    <a:pt x="557" y="311"/>
                  </a:cubicBezTo>
                  <a:cubicBezTo>
                    <a:pt x="704" y="311"/>
                    <a:pt x="704" y="311"/>
                    <a:pt x="704" y="311"/>
                  </a:cubicBezTo>
                  <a:cubicBezTo>
                    <a:pt x="709" y="150"/>
                    <a:pt x="592" y="0"/>
                    <a:pt x="342" y="0"/>
                  </a:cubicBezTo>
                  <a:cubicBezTo>
                    <a:pt x="137" y="0"/>
                    <a:pt x="0" y="128"/>
                    <a:pt x="0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BA3F52E-AA4A-4CFB-9867-DD125A1C5B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0814" y="1336432"/>
              <a:ext cx="1255713" cy="2052638"/>
            </a:xfrm>
            <a:custGeom>
              <a:avLst/>
              <a:gdLst>
                <a:gd name="T0" fmla="*/ 0 w 682"/>
                <a:gd name="T1" fmla="*/ 146 h 1111"/>
                <a:gd name="T2" fmla="*/ 325 w 682"/>
                <a:gd name="T3" fmla="*/ 146 h 1111"/>
                <a:gd name="T4" fmla="*/ 531 w 682"/>
                <a:gd name="T5" fmla="*/ 350 h 1111"/>
                <a:gd name="T6" fmla="*/ 320 w 682"/>
                <a:gd name="T7" fmla="*/ 556 h 1111"/>
                <a:gd name="T8" fmla="*/ 149 w 682"/>
                <a:gd name="T9" fmla="*/ 556 h 1111"/>
                <a:gd name="T10" fmla="*/ 149 w 682"/>
                <a:gd name="T11" fmla="*/ 702 h 1111"/>
                <a:gd name="T12" fmla="*/ 278 w 682"/>
                <a:gd name="T13" fmla="*/ 701 h 1111"/>
                <a:gd name="T14" fmla="*/ 493 w 682"/>
                <a:gd name="T15" fmla="*/ 1111 h 1111"/>
                <a:gd name="T16" fmla="*/ 672 w 682"/>
                <a:gd name="T17" fmla="*/ 1111 h 1111"/>
                <a:gd name="T18" fmla="*/ 439 w 682"/>
                <a:gd name="T19" fmla="*/ 682 h 1111"/>
                <a:gd name="T20" fmla="*/ 682 w 682"/>
                <a:gd name="T21" fmla="*/ 350 h 1111"/>
                <a:gd name="T22" fmla="*/ 330 w 682"/>
                <a:gd name="T23" fmla="*/ 0 h 1111"/>
                <a:gd name="T24" fmla="*/ 0 w 682"/>
                <a:gd name="T25" fmla="*/ 0 h 1111"/>
                <a:gd name="T26" fmla="*/ 0 w 682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2" h="1111">
                  <a:moveTo>
                    <a:pt x="0" y="146"/>
                  </a:moveTo>
                  <a:cubicBezTo>
                    <a:pt x="325" y="146"/>
                    <a:pt x="325" y="146"/>
                    <a:pt x="325" y="146"/>
                  </a:cubicBezTo>
                  <a:cubicBezTo>
                    <a:pt x="430" y="146"/>
                    <a:pt x="531" y="228"/>
                    <a:pt x="531" y="350"/>
                  </a:cubicBezTo>
                  <a:cubicBezTo>
                    <a:pt x="531" y="468"/>
                    <a:pt x="438" y="556"/>
                    <a:pt x="32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78" y="701"/>
                    <a:pt x="278" y="701"/>
                    <a:pt x="278" y="701"/>
                  </a:cubicBezTo>
                  <a:cubicBezTo>
                    <a:pt x="493" y="1111"/>
                    <a:pt x="493" y="1111"/>
                    <a:pt x="493" y="1111"/>
                  </a:cubicBezTo>
                  <a:cubicBezTo>
                    <a:pt x="672" y="1111"/>
                    <a:pt x="672" y="1111"/>
                    <a:pt x="672" y="1111"/>
                  </a:cubicBezTo>
                  <a:cubicBezTo>
                    <a:pt x="439" y="682"/>
                    <a:pt x="439" y="682"/>
                    <a:pt x="439" y="682"/>
                  </a:cubicBezTo>
                  <a:cubicBezTo>
                    <a:pt x="561" y="645"/>
                    <a:pt x="682" y="519"/>
                    <a:pt x="682" y="350"/>
                  </a:cubicBezTo>
                  <a:cubicBezTo>
                    <a:pt x="682" y="149"/>
                    <a:pt x="538" y="0"/>
                    <a:pt x="3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DA205F16-D401-4390-9384-A13904C4E5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2177" y="1336432"/>
              <a:ext cx="1511300" cy="2052638"/>
            </a:xfrm>
            <a:custGeom>
              <a:avLst/>
              <a:gdLst>
                <a:gd name="T0" fmla="*/ 0 w 952"/>
                <a:gd name="T1" fmla="*/ 170 h 1293"/>
                <a:gd name="T2" fmla="*/ 229 w 952"/>
                <a:gd name="T3" fmla="*/ 170 h 1293"/>
                <a:gd name="T4" fmla="*/ 229 w 952"/>
                <a:gd name="T5" fmla="*/ 1293 h 1293"/>
                <a:gd name="T6" fmla="*/ 415 w 952"/>
                <a:gd name="T7" fmla="*/ 1293 h 1293"/>
                <a:gd name="T8" fmla="*/ 415 w 952"/>
                <a:gd name="T9" fmla="*/ 170 h 1293"/>
                <a:gd name="T10" fmla="*/ 952 w 952"/>
                <a:gd name="T11" fmla="*/ 170 h 1293"/>
                <a:gd name="T12" fmla="*/ 952 w 952"/>
                <a:gd name="T13" fmla="*/ 0 h 1293"/>
                <a:gd name="T14" fmla="*/ 0 w 952"/>
                <a:gd name="T15" fmla="*/ 0 h 1293"/>
                <a:gd name="T16" fmla="*/ 0 w 952"/>
                <a:gd name="T17" fmla="*/ 170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2" h="1293">
                  <a:moveTo>
                    <a:pt x="0" y="170"/>
                  </a:moveTo>
                  <a:lnTo>
                    <a:pt x="229" y="170"/>
                  </a:lnTo>
                  <a:lnTo>
                    <a:pt x="229" y="1293"/>
                  </a:lnTo>
                  <a:lnTo>
                    <a:pt x="415" y="1293"/>
                  </a:lnTo>
                  <a:lnTo>
                    <a:pt x="415" y="170"/>
                  </a:lnTo>
                  <a:lnTo>
                    <a:pt x="952" y="170"/>
                  </a:lnTo>
                  <a:lnTo>
                    <a:pt x="952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6A63BA00-C359-48F8-BF39-21A1D3BD0D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56089" y="1336432"/>
              <a:ext cx="1912938" cy="2052638"/>
            </a:xfrm>
            <a:custGeom>
              <a:avLst/>
              <a:gdLst>
                <a:gd name="T0" fmla="*/ 0 w 1205"/>
                <a:gd name="T1" fmla="*/ 1293 h 1293"/>
                <a:gd name="T2" fmla="*/ 183 w 1205"/>
                <a:gd name="T3" fmla="*/ 1293 h 1293"/>
                <a:gd name="T4" fmla="*/ 590 w 1205"/>
                <a:gd name="T5" fmla="*/ 222 h 1293"/>
                <a:gd name="T6" fmla="*/ 1009 w 1205"/>
                <a:gd name="T7" fmla="*/ 1293 h 1293"/>
                <a:gd name="T8" fmla="*/ 1205 w 1205"/>
                <a:gd name="T9" fmla="*/ 1293 h 1293"/>
                <a:gd name="T10" fmla="*/ 686 w 1205"/>
                <a:gd name="T11" fmla="*/ 0 h 1293"/>
                <a:gd name="T12" fmla="*/ 492 w 1205"/>
                <a:gd name="T13" fmla="*/ 0 h 1293"/>
                <a:gd name="T14" fmla="*/ 0 w 1205"/>
                <a:gd name="T15" fmla="*/ 1293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5" h="1293">
                  <a:moveTo>
                    <a:pt x="0" y="1293"/>
                  </a:moveTo>
                  <a:lnTo>
                    <a:pt x="183" y="1293"/>
                  </a:lnTo>
                  <a:lnTo>
                    <a:pt x="590" y="222"/>
                  </a:lnTo>
                  <a:lnTo>
                    <a:pt x="1009" y="1293"/>
                  </a:lnTo>
                  <a:lnTo>
                    <a:pt x="1205" y="1293"/>
                  </a:lnTo>
                  <a:lnTo>
                    <a:pt x="686" y="0"/>
                  </a:lnTo>
                  <a:lnTo>
                    <a:pt x="492" y="0"/>
                  </a:lnTo>
                  <a:lnTo>
                    <a:pt x="0" y="12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0D5AE09D-E2FD-43F0-BFBF-C322921DDA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2439" y="1293569"/>
              <a:ext cx="1379538" cy="2095500"/>
            </a:xfrm>
            <a:custGeom>
              <a:avLst/>
              <a:gdLst>
                <a:gd name="T0" fmla="*/ 41 w 749"/>
                <a:gd name="T1" fmla="*/ 288 h 1134"/>
                <a:gd name="T2" fmla="*/ 201 w 749"/>
                <a:gd name="T3" fmla="*/ 559 h 1134"/>
                <a:gd name="T4" fmla="*/ 442 w 749"/>
                <a:gd name="T5" fmla="*/ 639 h 1134"/>
                <a:gd name="T6" fmla="*/ 567 w 749"/>
                <a:gd name="T7" fmla="*/ 740 h 1134"/>
                <a:gd name="T8" fmla="*/ 733 w 749"/>
                <a:gd name="T9" fmla="*/ 740 h 1134"/>
                <a:gd name="T10" fmla="*/ 547 w 749"/>
                <a:gd name="T11" fmla="*/ 523 h 1134"/>
                <a:gd name="T12" fmla="*/ 300 w 749"/>
                <a:gd name="T13" fmla="*/ 439 h 1134"/>
                <a:gd name="T14" fmla="*/ 201 w 749"/>
                <a:gd name="T15" fmla="*/ 290 h 1134"/>
                <a:gd name="T16" fmla="*/ 383 w 749"/>
                <a:gd name="T17" fmla="*/ 137 h 1134"/>
                <a:gd name="T18" fmla="*/ 598 w 749"/>
                <a:gd name="T19" fmla="*/ 311 h 1134"/>
                <a:gd name="T20" fmla="*/ 744 w 749"/>
                <a:gd name="T21" fmla="*/ 311 h 1134"/>
                <a:gd name="T22" fmla="*/ 383 w 749"/>
                <a:gd name="T23" fmla="*/ 0 h 1134"/>
                <a:gd name="T24" fmla="*/ 41 w 749"/>
                <a:gd name="T25" fmla="*/ 288 h 1134"/>
                <a:gd name="T26" fmla="*/ 5 w 749"/>
                <a:gd name="T27" fmla="*/ 788 h 1134"/>
                <a:gd name="T28" fmla="*/ 395 w 749"/>
                <a:gd name="T29" fmla="*/ 1134 h 1134"/>
                <a:gd name="T30" fmla="*/ 405 w 749"/>
                <a:gd name="T31" fmla="*/ 1134 h 1134"/>
                <a:gd name="T32" fmla="*/ 405 w 749"/>
                <a:gd name="T33" fmla="*/ 999 h 1134"/>
                <a:gd name="T34" fmla="*/ 395 w 749"/>
                <a:gd name="T35" fmla="*/ 999 h 1134"/>
                <a:gd name="T36" fmla="*/ 158 w 749"/>
                <a:gd name="T37" fmla="*/ 788 h 1134"/>
                <a:gd name="T38" fmla="*/ 158 w 749"/>
                <a:gd name="T39" fmla="*/ 729 h 1134"/>
                <a:gd name="T40" fmla="*/ 5 w 749"/>
                <a:gd name="T41" fmla="*/ 729 h 1134"/>
                <a:gd name="T42" fmla="*/ 5 w 749"/>
                <a:gd name="T43" fmla="*/ 788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49" h="1134">
                  <a:moveTo>
                    <a:pt x="41" y="288"/>
                  </a:moveTo>
                  <a:cubicBezTo>
                    <a:pt x="41" y="417"/>
                    <a:pt x="93" y="504"/>
                    <a:pt x="201" y="559"/>
                  </a:cubicBezTo>
                  <a:cubicBezTo>
                    <a:pt x="280" y="599"/>
                    <a:pt x="365" y="610"/>
                    <a:pt x="442" y="639"/>
                  </a:cubicBezTo>
                  <a:cubicBezTo>
                    <a:pt x="524" y="669"/>
                    <a:pt x="555" y="695"/>
                    <a:pt x="567" y="740"/>
                  </a:cubicBezTo>
                  <a:cubicBezTo>
                    <a:pt x="733" y="740"/>
                    <a:pt x="733" y="740"/>
                    <a:pt x="733" y="740"/>
                  </a:cubicBezTo>
                  <a:cubicBezTo>
                    <a:pt x="710" y="645"/>
                    <a:pt x="646" y="568"/>
                    <a:pt x="547" y="523"/>
                  </a:cubicBezTo>
                  <a:cubicBezTo>
                    <a:pt x="469" y="488"/>
                    <a:pt x="369" y="468"/>
                    <a:pt x="300" y="439"/>
                  </a:cubicBezTo>
                  <a:cubicBezTo>
                    <a:pt x="224" y="407"/>
                    <a:pt x="201" y="362"/>
                    <a:pt x="201" y="290"/>
                  </a:cubicBezTo>
                  <a:cubicBezTo>
                    <a:pt x="201" y="203"/>
                    <a:pt x="273" y="137"/>
                    <a:pt x="383" y="137"/>
                  </a:cubicBezTo>
                  <a:cubicBezTo>
                    <a:pt x="528" y="137"/>
                    <a:pt x="595" y="208"/>
                    <a:pt x="598" y="311"/>
                  </a:cubicBezTo>
                  <a:cubicBezTo>
                    <a:pt x="744" y="311"/>
                    <a:pt x="744" y="311"/>
                    <a:pt x="744" y="311"/>
                  </a:cubicBezTo>
                  <a:cubicBezTo>
                    <a:pt x="749" y="150"/>
                    <a:pt x="633" y="0"/>
                    <a:pt x="383" y="0"/>
                  </a:cubicBezTo>
                  <a:cubicBezTo>
                    <a:pt x="178" y="0"/>
                    <a:pt x="41" y="127"/>
                    <a:pt x="41" y="288"/>
                  </a:cubicBezTo>
                  <a:moveTo>
                    <a:pt x="5" y="788"/>
                  </a:moveTo>
                  <a:cubicBezTo>
                    <a:pt x="0" y="969"/>
                    <a:pt x="121" y="1134"/>
                    <a:pt x="395" y="1134"/>
                  </a:cubicBezTo>
                  <a:cubicBezTo>
                    <a:pt x="405" y="1134"/>
                    <a:pt x="405" y="1134"/>
                    <a:pt x="405" y="1134"/>
                  </a:cubicBezTo>
                  <a:cubicBezTo>
                    <a:pt x="405" y="999"/>
                    <a:pt x="405" y="999"/>
                    <a:pt x="405" y="999"/>
                  </a:cubicBezTo>
                  <a:cubicBezTo>
                    <a:pt x="395" y="999"/>
                    <a:pt x="395" y="999"/>
                    <a:pt x="395" y="999"/>
                  </a:cubicBezTo>
                  <a:cubicBezTo>
                    <a:pt x="249" y="999"/>
                    <a:pt x="158" y="906"/>
                    <a:pt x="158" y="788"/>
                  </a:cubicBezTo>
                  <a:cubicBezTo>
                    <a:pt x="158" y="729"/>
                    <a:pt x="158" y="729"/>
                    <a:pt x="158" y="729"/>
                  </a:cubicBezTo>
                  <a:cubicBezTo>
                    <a:pt x="5" y="729"/>
                    <a:pt x="5" y="729"/>
                    <a:pt x="5" y="729"/>
                  </a:cubicBezTo>
                  <a:lnTo>
                    <a:pt x="5" y="7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4181EE00-86C5-4FC3-B7BE-CE3707192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6764" y="1336432"/>
              <a:ext cx="1268413" cy="2052638"/>
            </a:xfrm>
            <a:custGeom>
              <a:avLst/>
              <a:gdLst>
                <a:gd name="T0" fmla="*/ 0 w 689"/>
                <a:gd name="T1" fmla="*/ 146 h 1111"/>
                <a:gd name="T2" fmla="*/ 331 w 689"/>
                <a:gd name="T3" fmla="*/ 146 h 1111"/>
                <a:gd name="T4" fmla="*/ 538 w 689"/>
                <a:gd name="T5" fmla="*/ 350 h 1111"/>
                <a:gd name="T6" fmla="*/ 326 w 689"/>
                <a:gd name="T7" fmla="*/ 556 h 1111"/>
                <a:gd name="T8" fmla="*/ 149 w 689"/>
                <a:gd name="T9" fmla="*/ 556 h 1111"/>
                <a:gd name="T10" fmla="*/ 149 w 689"/>
                <a:gd name="T11" fmla="*/ 702 h 1111"/>
                <a:gd name="T12" fmla="*/ 284 w 689"/>
                <a:gd name="T13" fmla="*/ 701 h 1111"/>
                <a:gd name="T14" fmla="*/ 500 w 689"/>
                <a:gd name="T15" fmla="*/ 1111 h 1111"/>
                <a:gd name="T16" fmla="*/ 678 w 689"/>
                <a:gd name="T17" fmla="*/ 1111 h 1111"/>
                <a:gd name="T18" fmla="*/ 445 w 689"/>
                <a:gd name="T19" fmla="*/ 682 h 1111"/>
                <a:gd name="T20" fmla="*/ 689 w 689"/>
                <a:gd name="T21" fmla="*/ 350 h 1111"/>
                <a:gd name="T22" fmla="*/ 336 w 689"/>
                <a:gd name="T23" fmla="*/ 0 h 1111"/>
                <a:gd name="T24" fmla="*/ 0 w 689"/>
                <a:gd name="T25" fmla="*/ 0 h 1111"/>
                <a:gd name="T26" fmla="*/ 0 w 689"/>
                <a:gd name="T27" fmla="*/ 146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9" h="1111">
                  <a:moveTo>
                    <a:pt x="0" y="146"/>
                  </a:moveTo>
                  <a:cubicBezTo>
                    <a:pt x="331" y="146"/>
                    <a:pt x="331" y="146"/>
                    <a:pt x="331" y="146"/>
                  </a:cubicBezTo>
                  <a:cubicBezTo>
                    <a:pt x="436" y="146"/>
                    <a:pt x="538" y="228"/>
                    <a:pt x="538" y="350"/>
                  </a:cubicBezTo>
                  <a:cubicBezTo>
                    <a:pt x="538" y="468"/>
                    <a:pt x="444" y="556"/>
                    <a:pt x="326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9" y="702"/>
                    <a:pt x="149" y="702"/>
                    <a:pt x="149" y="702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500" y="1111"/>
                    <a:pt x="500" y="1111"/>
                    <a:pt x="500" y="1111"/>
                  </a:cubicBezTo>
                  <a:cubicBezTo>
                    <a:pt x="678" y="1111"/>
                    <a:pt x="678" y="1111"/>
                    <a:pt x="678" y="1111"/>
                  </a:cubicBezTo>
                  <a:cubicBezTo>
                    <a:pt x="445" y="682"/>
                    <a:pt x="445" y="682"/>
                    <a:pt x="445" y="682"/>
                  </a:cubicBezTo>
                  <a:cubicBezTo>
                    <a:pt x="567" y="645"/>
                    <a:pt x="689" y="519"/>
                    <a:pt x="689" y="350"/>
                  </a:cubicBezTo>
                  <a:cubicBezTo>
                    <a:pt x="689" y="149"/>
                    <a:pt x="544" y="0"/>
                    <a:pt x="33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805FACF-C780-4AC0-83A4-AF1E1E76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584994"/>
            <a:ext cx="11592302" cy="7126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Title</a:t>
            </a:r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4BBFF2-1DDA-4125-A9BE-682AF2605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0800" y="6494400"/>
            <a:ext cx="7452000" cy="15388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E72066-F454-4960-927B-24DADBD47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37" y="6494400"/>
            <a:ext cx="412377" cy="15388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0C8761C7-EE27-4485-904A-AF787EF92FB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807303-54EA-4B5B-A6CF-D629C29A6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7" y="1736725"/>
            <a:ext cx="11592301" cy="38163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554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TT Norms Pro" panose="02000503030000020003" pitchFamily="50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80000"/>
        <a:buFont typeface="Wingdings" panose="05000000000000000000" pitchFamily="2" charset="2"/>
        <a:buChar char="§"/>
        <a:tabLst/>
        <a:defRPr lang="de-DE" sz="18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06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80000"/>
        <a:buFont typeface="Wingdings" panose="05000000000000000000" pitchFamily="2" charset="2"/>
        <a:buChar char="§"/>
        <a:tabLst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842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80000"/>
        <a:buFont typeface="Wingdings" panose="05000000000000000000" pitchFamily="2" charset="2"/>
        <a:buChar char="§"/>
        <a:tabLst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3588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80000"/>
        <a:buFont typeface="Wingdings" panose="05000000000000000000" pitchFamily="2" charset="2"/>
        <a:buChar char="§"/>
        <a:tabLst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41388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80000"/>
        <a:buFont typeface="Wingdings" panose="05000000000000000000" pitchFamily="2" charset="2"/>
        <a:buChar char="§"/>
        <a:tabLst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2296">
          <p15:clr>
            <a:srgbClr val="F26B43"/>
          </p15:clr>
        </p15:guide>
        <p15:guide id="5" orient="horz" pos="142">
          <p15:clr>
            <a:srgbClr val="F26B43"/>
          </p15:clr>
        </p15:guide>
        <p15:guide id="6" orient="horz" pos="1094">
          <p15:clr>
            <a:srgbClr val="F26B43"/>
          </p15:clr>
        </p15:guide>
        <p15:guide id="7" orient="horz" pos="3498">
          <p15:clr>
            <a:srgbClr val="F26B43"/>
          </p15:clr>
        </p15:guide>
        <p15:guide id="8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4F33-092D-AC5F-6818-BC636B9C3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392DB-1586-3109-2090-CECB72508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6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B60ADA-9B85-F39F-EAF8-CC408ED3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761C7-EE27-4485-904A-AF787EF92FB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T Norms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11D7B-12A1-0362-E5BD-D08F5E27C7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3F4B227-847D-9CB9-A0B5-DE8719CE2DC8}"/>
              </a:ext>
            </a:extLst>
          </p:cNvPr>
          <p:cNvSpPr/>
          <p:nvPr/>
        </p:nvSpPr>
        <p:spPr>
          <a:xfrm>
            <a:off x="1235935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333240-3A14-AF36-3DFD-10F9F8753802}"/>
              </a:ext>
            </a:extLst>
          </p:cNvPr>
          <p:cNvSpPr/>
          <p:nvPr/>
        </p:nvSpPr>
        <p:spPr>
          <a:xfrm>
            <a:off x="1864832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0F09810-8A11-F1EA-2D25-454B6AF0EDA8}"/>
              </a:ext>
            </a:extLst>
          </p:cNvPr>
          <p:cNvSpPr/>
          <p:nvPr/>
        </p:nvSpPr>
        <p:spPr>
          <a:xfrm>
            <a:off x="2493729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45CB5F0-3C85-B051-B396-E74FA3D52BC7}"/>
              </a:ext>
            </a:extLst>
          </p:cNvPr>
          <p:cNvSpPr/>
          <p:nvPr/>
        </p:nvSpPr>
        <p:spPr>
          <a:xfrm>
            <a:off x="3122626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5B45933-1E5B-79F9-3D7E-F004A8FC2320}"/>
              </a:ext>
            </a:extLst>
          </p:cNvPr>
          <p:cNvSpPr/>
          <p:nvPr/>
        </p:nvSpPr>
        <p:spPr>
          <a:xfrm>
            <a:off x="3751523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47724B9-327D-85B8-33F7-4B7E6634A40D}"/>
              </a:ext>
            </a:extLst>
          </p:cNvPr>
          <p:cNvSpPr/>
          <p:nvPr/>
        </p:nvSpPr>
        <p:spPr>
          <a:xfrm>
            <a:off x="4380420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6E7D6D0-C06D-C2BF-0224-4823911B0478}"/>
              </a:ext>
            </a:extLst>
          </p:cNvPr>
          <p:cNvSpPr/>
          <p:nvPr/>
        </p:nvSpPr>
        <p:spPr>
          <a:xfrm>
            <a:off x="5009317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70D9CFC-3E98-379E-7707-56FE962D4CED}"/>
              </a:ext>
            </a:extLst>
          </p:cNvPr>
          <p:cNvSpPr/>
          <p:nvPr/>
        </p:nvSpPr>
        <p:spPr>
          <a:xfrm>
            <a:off x="6267111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9D12CE8-7C13-1AC1-293C-A1DFC1916D29}"/>
              </a:ext>
            </a:extLst>
          </p:cNvPr>
          <p:cNvSpPr/>
          <p:nvPr/>
        </p:nvSpPr>
        <p:spPr>
          <a:xfrm>
            <a:off x="6896008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A1CCAA7-2A12-8792-2FDD-CE2C49585509}"/>
              </a:ext>
            </a:extLst>
          </p:cNvPr>
          <p:cNvSpPr/>
          <p:nvPr/>
        </p:nvSpPr>
        <p:spPr>
          <a:xfrm>
            <a:off x="7524905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9794D4E-8F0A-1C9D-D1FD-DD56F740CC87}"/>
              </a:ext>
            </a:extLst>
          </p:cNvPr>
          <p:cNvSpPr/>
          <p:nvPr/>
        </p:nvSpPr>
        <p:spPr>
          <a:xfrm>
            <a:off x="8153802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E87CA88-A64E-A5AE-D313-B155B706A1FC}"/>
              </a:ext>
            </a:extLst>
          </p:cNvPr>
          <p:cNvSpPr/>
          <p:nvPr/>
        </p:nvSpPr>
        <p:spPr>
          <a:xfrm>
            <a:off x="8782699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98118EA-A060-6411-17F1-8BA555200ED2}"/>
              </a:ext>
            </a:extLst>
          </p:cNvPr>
          <p:cNvSpPr/>
          <p:nvPr/>
        </p:nvSpPr>
        <p:spPr>
          <a:xfrm>
            <a:off x="9411596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7BD17EB-6015-C4E4-52A1-ABCAE9C17F8B}"/>
              </a:ext>
            </a:extLst>
          </p:cNvPr>
          <p:cNvSpPr/>
          <p:nvPr/>
        </p:nvSpPr>
        <p:spPr>
          <a:xfrm>
            <a:off x="10040493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910773-79C6-3CCD-C65F-0F70727FF4E1}"/>
              </a:ext>
            </a:extLst>
          </p:cNvPr>
          <p:cNvSpPr/>
          <p:nvPr/>
        </p:nvSpPr>
        <p:spPr>
          <a:xfrm>
            <a:off x="10669392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0F9D959-9AFC-6708-BC3E-745202CC7C98}"/>
              </a:ext>
            </a:extLst>
          </p:cNvPr>
          <p:cNvSpPr/>
          <p:nvPr/>
        </p:nvSpPr>
        <p:spPr>
          <a:xfrm>
            <a:off x="5638214" y="3561248"/>
            <a:ext cx="36000" cy="2124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FF8CE01-ACCE-F92B-45A9-952132DADF4A}"/>
              </a:ext>
            </a:extLst>
          </p:cNvPr>
          <p:cNvSpPr/>
          <p:nvPr/>
        </p:nvSpPr>
        <p:spPr>
          <a:xfrm>
            <a:off x="1336977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2167ACA-01D6-4633-99BF-A1E27B5F1E8B}"/>
              </a:ext>
            </a:extLst>
          </p:cNvPr>
          <p:cNvSpPr/>
          <p:nvPr/>
        </p:nvSpPr>
        <p:spPr>
          <a:xfrm>
            <a:off x="1966093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594FC23-1957-5A92-FFC6-93BBC7126F70}"/>
              </a:ext>
            </a:extLst>
          </p:cNvPr>
          <p:cNvSpPr/>
          <p:nvPr/>
        </p:nvSpPr>
        <p:spPr>
          <a:xfrm>
            <a:off x="2595209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069CCC6-D3D9-C9EC-C77C-3A8FF77C2F18}"/>
              </a:ext>
            </a:extLst>
          </p:cNvPr>
          <p:cNvSpPr/>
          <p:nvPr/>
        </p:nvSpPr>
        <p:spPr>
          <a:xfrm>
            <a:off x="3224325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09F2C1D-E0C2-9F1B-D91A-EFE61A2907C0}"/>
              </a:ext>
            </a:extLst>
          </p:cNvPr>
          <p:cNvSpPr/>
          <p:nvPr/>
        </p:nvSpPr>
        <p:spPr>
          <a:xfrm>
            <a:off x="3853441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5D5FF31-348A-A6F1-4CE5-2F359AB3ABDD}"/>
              </a:ext>
            </a:extLst>
          </p:cNvPr>
          <p:cNvSpPr/>
          <p:nvPr/>
        </p:nvSpPr>
        <p:spPr>
          <a:xfrm>
            <a:off x="4482557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2FFDDC4-BD19-901F-3BB6-ACC745098322}"/>
              </a:ext>
            </a:extLst>
          </p:cNvPr>
          <p:cNvSpPr/>
          <p:nvPr/>
        </p:nvSpPr>
        <p:spPr>
          <a:xfrm>
            <a:off x="5111673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8472E77-D285-12C9-5F87-8C75D8322573}"/>
              </a:ext>
            </a:extLst>
          </p:cNvPr>
          <p:cNvSpPr/>
          <p:nvPr/>
        </p:nvSpPr>
        <p:spPr>
          <a:xfrm>
            <a:off x="5740789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038CCD6-E04E-46DD-80F9-C3DC0709D66C}"/>
              </a:ext>
            </a:extLst>
          </p:cNvPr>
          <p:cNvSpPr/>
          <p:nvPr/>
        </p:nvSpPr>
        <p:spPr>
          <a:xfrm>
            <a:off x="6369905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202C769-0F57-CAF8-9B66-EF45209CA8B7}"/>
              </a:ext>
            </a:extLst>
          </p:cNvPr>
          <p:cNvSpPr/>
          <p:nvPr/>
        </p:nvSpPr>
        <p:spPr>
          <a:xfrm>
            <a:off x="6999021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1C6B129-4388-228B-CDC5-4871C8C70C83}"/>
              </a:ext>
            </a:extLst>
          </p:cNvPr>
          <p:cNvSpPr/>
          <p:nvPr/>
        </p:nvSpPr>
        <p:spPr>
          <a:xfrm>
            <a:off x="7628137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5ED9072-1385-2CB4-9E35-DCD6FDB41AE9}"/>
              </a:ext>
            </a:extLst>
          </p:cNvPr>
          <p:cNvSpPr/>
          <p:nvPr/>
        </p:nvSpPr>
        <p:spPr>
          <a:xfrm>
            <a:off x="8257253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0916CD4-7755-F52F-B698-53CD5F4FCB3A}"/>
              </a:ext>
            </a:extLst>
          </p:cNvPr>
          <p:cNvSpPr/>
          <p:nvPr/>
        </p:nvSpPr>
        <p:spPr>
          <a:xfrm>
            <a:off x="8886369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C2288D8-CF36-8CC3-CCF6-F5925F11F9FA}"/>
              </a:ext>
            </a:extLst>
          </p:cNvPr>
          <p:cNvSpPr/>
          <p:nvPr/>
        </p:nvSpPr>
        <p:spPr>
          <a:xfrm>
            <a:off x="9515485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C9852F4-11DB-B964-9E07-01EBDB5EEDF7}"/>
              </a:ext>
            </a:extLst>
          </p:cNvPr>
          <p:cNvSpPr/>
          <p:nvPr/>
        </p:nvSpPr>
        <p:spPr>
          <a:xfrm>
            <a:off x="10144601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597A4E1-AB86-38A8-E4B7-8EFC5576DA96}"/>
              </a:ext>
            </a:extLst>
          </p:cNvPr>
          <p:cNvSpPr/>
          <p:nvPr/>
        </p:nvSpPr>
        <p:spPr>
          <a:xfrm>
            <a:off x="10773716" y="835811"/>
            <a:ext cx="36000" cy="27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18F3A29-F751-206F-A95B-29B34C10A52B}"/>
              </a:ext>
            </a:extLst>
          </p:cNvPr>
          <p:cNvSpPr/>
          <p:nvPr/>
        </p:nvSpPr>
        <p:spPr>
          <a:xfrm>
            <a:off x="1238552" y="3839156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7E2A288-42E3-CE96-9D51-4B899B9F1706}"/>
              </a:ext>
            </a:extLst>
          </p:cNvPr>
          <p:cNvSpPr/>
          <p:nvPr/>
        </p:nvSpPr>
        <p:spPr>
          <a:xfrm>
            <a:off x="1238552" y="4118865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BDE9EE0-2D7C-AB3F-DCEE-350449A9897A}"/>
              </a:ext>
            </a:extLst>
          </p:cNvPr>
          <p:cNvSpPr/>
          <p:nvPr/>
        </p:nvSpPr>
        <p:spPr>
          <a:xfrm>
            <a:off x="1238552" y="4398574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39DB139-7824-F148-B522-A862428FA648}"/>
              </a:ext>
            </a:extLst>
          </p:cNvPr>
          <p:cNvSpPr/>
          <p:nvPr/>
        </p:nvSpPr>
        <p:spPr>
          <a:xfrm>
            <a:off x="1238552" y="4678283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DBE70B2-C796-9754-46C8-8072DD112FED}"/>
              </a:ext>
            </a:extLst>
          </p:cNvPr>
          <p:cNvSpPr/>
          <p:nvPr/>
        </p:nvSpPr>
        <p:spPr>
          <a:xfrm>
            <a:off x="1238552" y="4957992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AA20FC9-8620-1857-9A02-5646B02D837C}"/>
              </a:ext>
            </a:extLst>
          </p:cNvPr>
          <p:cNvSpPr/>
          <p:nvPr/>
        </p:nvSpPr>
        <p:spPr>
          <a:xfrm>
            <a:off x="1238552" y="5237703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ADBA8F3-CA70-DF88-CB7B-3728C3846BC5}"/>
              </a:ext>
            </a:extLst>
          </p:cNvPr>
          <p:cNvSpPr/>
          <p:nvPr/>
        </p:nvSpPr>
        <p:spPr>
          <a:xfrm>
            <a:off x="741930" y="3280136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90842D0-4F5A-28F8-8EC9-C7207EE81B92}"/>
              </a:ext>
            </a:extLst>
          </p:cNvPr>
          <p:cNvSpPr/>
          <p:nvPr/>
        </p:nvSpPr>
        <p:spPr>
          <a:xfrm>
            <a:off x="449830" y="1311627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28D3710-41FE-4A17-7FA8-D0CB26D982F0}"/>
              </a:ext>
            </a:extLst>
          </p:cNvPr>
          <p:cNvSpPr/>
          <p:nvPr/>
        </p:nvSpPr>
        <p:spPr>
          <a:xfrm>
            <a:off x="449830" y="1874059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BCEB35A-6EFD-53EB-B578-F2ABCBACFD62}"/>
              </a:ext>
            </a:extLst>
          </p:cNvPr>
          <p:cNvSpPr/>
          <p:nvPr/>
        </p:nvSpPr>
        <p:spPr>
          <a:xfrm>
            <a:off x="449830" y="2436491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AD44B15-E84C-31F2-67B4-4F4E6A2119FE}"/>
              </a:ext>
            </a:extLst>
          </p:cNvPr>
          <p:cNvSpPr/>
          <p:nvPr/>
        </p:nvSpPr>
        <p:spPr>
          <a:xfrm>
            <a:off x="449830" y="2998923"/>
            <a:ext cx="103283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638837A-C21F-AC42-EBDC-095DD622D2AC}"/>
              </a:ext>
            </a:extLst>
          </p:cNvPr>
          <p:cNvSpPr/>
          <p:nvPr/>
        </p:nvSpPr>
        <p:spPr>
          <a:xfrm>
            <a:off x="741930" y="1592843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E605DFF-573B-6AFE-76F3-BDC81ED29069}"/>
              </a:ext>
            </a:extLst>
          </p:cNvPr>
          <p:cNvSpPr/>
          <p:nvPr/>
        </p:nvSpPr>
        <p:spPr>
          <a:xfrm>
            <a:off x="741930" y="2155275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402682-F458-A34E-3686-4F410013FE83}"/>
              </a:ext>
            </a:extLst>
          </p:cNvPr>
          <p:cNvSpPr/>
          <p:nvPr/>
        </p:nvSpPr>
        <p:spPr>
          <a:xfrm>
            <a:off x="741930" y="2717707"/>
            <a:ext cx="10036262" cy="3600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5DB67F-179C-F23E-79A8-3024BFC9C319}"/>
              </a:ext>
            </a:extLst>
          </p:cNvPr>
          <p:cNvSpPr/>
          <p:nvPr/>
        </p:nvSpPr>
        <p:spPr>
          <a:xfrm>
            <a:off x="414338" y="1266735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2AC952-2CC1-8219-6620-2AD37A7B7710}"/>
              </a:ext>
            </a:extLst>
          </p:cNvPr>
          <p:cNvSpPr/>
          <p:nvPr/>
        </p:nvSpPr>
        <p:spPr>
          <a:xfrm>
            <a:off x="666045" y="1548644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7F09F8-FEB2-47BE-4379-4AFBC52EDFDD}"/>
              </a:ext>
            </a:extLst>
          </p:cNvPr>
          <p:cNvSpPr/>
          <p:nvPr/>
        </p:nvSpPr>
        <p:spPr>
          <a:xfrm>
            <a:off x="409572" y="183347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92B342-AF56-5AB7-1D7C-69DE740AE9C0}"/>
              </a:ext>
            </a:extLst>
          </p:cNvPr>
          <p:cNvSpPr/>
          <p:nvPr/>
        </p:nvSpPr>
        <p:spPr>
          <a:xfrm>
            <a:off x="661279" y="2115386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60EDBB-D2FF-24A6-E794-EDE843051395}"/>
              </a:ext>
            </a:extLst>
          </p:cNvPr>
          <p:cNvSpPr/>
          <p:nvPr/>
        </p:nvSpPr>
        <p:spPr>
          <a:xfrm>
            <a:off x="414339" y="239307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AFD7F6-7184-DADA-B377-AA936088C0CB}"/>
              </a:ext>
            </a:extLst>
          </p:cNvPr>
          <p:cNvSpPr/>
          <p:nvPr/>
        </p:nvSpPr>
        <p:spPr>
          <a:xfrm>
            <a:off x="666046" y="2674986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6C05A9-6F1C-C90E-EA53-6AAC7112D47F}"/>
              </a:ext>
            </a:extLst>
          </p:cNvPr>
          <p:cNvSpPr/>
          <p:nvPr/>
        </p:nvSpPr>
        <p:spPr>
          <a:xfrm>
            <a:off x="411957" y="295267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51031A-C1AD-B09C-9AC7-4B7B042CD372}"/>
              </a:ext>
            </a:extLst>
          </p:cNvPr>
          <p:cNvSpPr/>
          <p:nvPr/>
        </p:nvSpPr>
        <p:spPr>
          <a:xfrm>
            <a:off x="663664" y="3234586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A12A93-0FB9-581B-EF7B-9A3EA872C890}"/>
              </a:ext>
            </a:extLst>
          </p:cNvPr>
          <p:cNvSpPr/>
          <p:nvPr/>
        </p:nvSpPr>
        <p:spPr>
          <a:xfrm>
            <a:off x="11211324" y="3793460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45BA7DA-420C-844C-4916-2D2B8A692038}"/>
              </a:ext>
            </a:extLst>
          </p:cNvPr>
          <p:cNvSpPr/>
          <p:nvPr/>
        </p:nvSpPr>
        <p:spPr>
          <a:xfrm>
            <a:off x="11463031" y="4075369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83A40C-CA08-885F-21EC-6533F0B03A83}"/>
              </a:ext>
            </a:extLst>
          </p:cNvPr>
          <p:cNvSpPr/>
          <p:nvPr/>
        </p:nvSpPr>
        <p:spPr>
          <a:xfrm>
            <a:off x="11216091" y="4353060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B74AE0-D1B5-A91F-F4C5-4956F57A5E12}"/>
              </a:ext>
            </a:extLst>
          </p:cNvPr>
          <p:cNvSpPr/>
          <p:nvPr/>
        </p:nvSpPr>
        <p:spPr>
          <a:xfrm>
            <a:off x="11467798" y="4634969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4DE82A6-6792-3993-1FE3-40ABE64388F0}"/>
              </a:ext>
            </a:extLst>
          </p:cNvPr>
          <p:cNvSpPr/>
          <p:nvPr/>
        </p:nvSpPr>
        <p:spPr>
          <a:xfrm>
            <a:off x="11213709" y="4912660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CFC571B-EB3A-4A88-14F4-54154296EEC2}"/>
              </a:ext>
            </a:extLst>
          </p:cNvPr>
          <p:cNvSpPr/>
          <p:nvPr/>
        </p:nvSpPr>
        <p:spPr>
          <a:xfrm>
            <a:off x="11465416" y="5194569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B99136-A760-BC3E-56F4-EABD6FC803A9}"/>
              </a:ext>
            </a:extLst>
          </p:cNvPr>
          <p:cNvSpPr/>
          <p:nvPr/>
        </p:nvSpPr>
        <p:spPr>
          <a:xfrm>
            <a:off x="1291273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F1E0DA-97ED-3655-BC7E-C6D5AC29CB1A}"/>
              </a:ext>
            </a:extLst>
          </p:cNvPr>
          <p:cNvSpPr/>
          <p:nvPr/>
        </p:nvSpPr>
        <p:spPr>
          <a:xfrm>
            <a:off x="1919926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2F49D2B-E7F7-B742-B4DA-15C35CEFE805}"/>
              </a:ext>
            </a:extLst>
          </p:cNvPr>
          <p:cNvSpPr/>
          <p:nvPr/>
        </p:nvSpPr>
        <p:spPr>
          <a:xfrm>
            <a:off x="2548579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3FB55E2-9C1F-CF6F-C2D3-8A811BAE6422}"/>
              </a:ext>
            </a:extLst>
          </p:cNvPr>
          <p:cNvSpPr/>
          <p:nvPr/>
        </p:nvSpPr>
        <p:spPr>
          <a:xfrm>
            <a:off x="3177232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CBE07F-CF9F-9142-09FE-AEA4F8E5DB98}"/>
              </a:ext>
            </a:extLst>
          </p:cNvPr>
          <p:cNvSpPr/>
          <p:nvPr/>
        </p:nvSpPr>
        <p:spPr>
          <a:xfrm>
            <a:off x="3805885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6C143D3-0ACE-16C9-5024-E727BDDB8A08}"/>
              </a:ext>
            </a:extLst>
          </p:cNvPr>
          <p:cNvSpPr/>
          <p:nvPr/>
        </p:nvSpPr>
        <p:spPr>
          <a:xfrm>
            <a:off x="4434538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630D8A-8679-AA73-2965-2D0789F62984}"/>
              </a:ext>
            </a:extLst>
          </p:cNvPr>
          <p:cNvSpPr/>
          <p:nvPr/>
        </p:nvSpPr>
        <p:spPr>
          <a:xfrm>
            <a:off x="5063191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38FCD0-E41A-5955-8A1D-B83FBCAF65D3}"/>
              </a:ext>
            </a:extLst>
          </p:cNvPr>
          <p:cNvSpPr/>
          <p:nvPr/>
        </p:nvSpPr>
        <p:spPr>
          <a:xfrm>
            <a:off x="5691844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FE6885-1588-C37A-ADA6-78363F4CCDE2}"/>
              </a:ext>
            </a:extLst>
          </p:cNvPr>
          <p:cNvSpPr/>
          <p:nvPr/>
        </p:nvSpPr>
        <p:spPr>
          <a:xfrm>
            <a:off x="6320497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940A398-7A33-3B98-07D6-E9369798F25D}"/>
              </a:ext>
            </a:extLst>
          </p:cNvPr>
          <p:cNvSpPr/>
          <p:nvPr/>
        </p:nvSpPr>
        <p:spPr>
          <a:xfrm>
            <a:off x="6949150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9E6FEC-2AB8-8A06-49B6-70E716AA7136}"/>
              </a:ext>
            </a:extLst>
          </p:cNvPr>
          <p:cNvSpPr/>
          <p:nvPr/>
        </p:nvSpPr>
        <p:spPr>
          <a:xfrm>
            <a:off x="7577803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9AA606-2D8C-137E-0589-213F7F0CAF5E}"/>
              </a:ext>
            </a:extLst>
          </p:cNvPr>
          <p:cNvSpPr/>
          <p:nvPr/>
        </p:nvSpPr>
        <p:spPr>
          <a:xfrm>
            <a:off x="8206456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DF94D78-2147-0606-51DA-6D833458A132}"/>
              </a:ext>
            </a:extLst>
          </p:cNvPr>
          <p:cNvSpPr/>
          <p:nvPr/>
        </p:nvSpPr>
        <p:spPr>
          <a:xfrm>
            <a:off x="8835109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15D12C-8D50-9359-C9F7-B4D9B892961B}"/>
              </a:ext>
            </a:extLst>
          </p:cNvPr>
          <p:cNvSpPr/>
          <p:nvPr/>
        </p:nvSpPr>
        <p:spPr>
          <a:xfrm>
            <a:off x="9463762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DC3B2C-9F2F-6D90-FB1D-A2679478399A}"/>
              </a:ext>
            </a:extLst>
          </p:cNvPr>
          <p:cNvSpPr/>
          <p:nvPr/>
        </p:nvSpPr>
        <p:spPr>
          <a:xfrm>
            <a:off x="10092415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9E4EDE-0979-981A-0729-B0602A59BD01}"/>
              </a:ext>
            </a:extLst>
          </p:cNvPr>
          <p:cNvSpPr/>
          <p:nvPr/>
        </p:nvSpPr>
        <p:spPr>
          <a:xfrm>
            <a:off x="10721063" y="79010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CFC084C-2AB4-D2A5-AEDB-E60C007915A6}"/>
              </a:ext>
            </a:extLst>
          </p:cNvPr>
          <p:cNvSpPr/>
          <p:nvPr/>
        </p:nvSpPr>
        <p:spPr>
          <a:xfrm>
            <a:off x="1192848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CAC712A-1A9F-C6B2-62F2-D4125256B0FA}"/>
              </a:ext>
            </a:extLst>
          </p:cNvPr>
          <p:cNvSpPr/>
          <p:nvPr/>
        </p:nvSpPr>
        <p:spPr>
          <a:xfrm>
            <a:off x="1821501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77B0F00-F2EC-1BB3-7AEE-A0BA2615ED39}"/>
              </a:ext>
            </a:extLst>
          </p:cNvPr>
          <p:cNvSpPr/>
          <p:nvPr/>
        </p:nvSpPr>
        <p:spPr>
          <a:xfrm>
            <a:off x="2450154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201E904-6B67-77DC-B927-CD40C2654924}"/>
              </a:ext>
            </a:extLst>
          </p:cNvPr>
          <p:cNvSpPr/>
          <p:nvPr/>
        </p:nvSpPr>
        <p:spPr>
          <a:xfrm>
            <a:off x="3078807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31145BA-3FDD-95B2-E455-576CB4E12DF7}"/>
              </a:ext>
            </a:extLst>
          </p:cNvPr>
          <p:cNvSpPr/>
          <p:nvPr/>
        </p:nvSpPr>
        <p:spPr>
          <a:xfrm>
            <a:off x="3707460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D1C956-6113-410D-8595-883522D4652A}"/>
              </a:ext>
            </a:extLst>
          </p:cNvPr>
          <p:cNvSpPr/>
          <p:nvPr/>
        </p:nvSpPr>
        <p:spPr>
          <a:xfrm>
            <a:off x="4336113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75D1F29-A272-C1AC-13A5-62A03EAD7CD0}"/>
              </a:ext>
            </a:extLst>
          </p:cNvPr>
          <p:cNvSpPr/>
          <p:nvPr/>
        </p:nvSpPr>
        <p:spPr>
          <a:xfrm>
            <a:off x="4964766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B63A6A-E2A7-A5FB-3782-44D2A72BCD09}"/>
              </a:ext>
            </a:extLst>
          </p:cNvPr>
          <p:cNvSpPr/>
          <p:nvPr/>
        </p:nvSpPr>
        <p:spPr>
          <a:xfrm>
            <a:off x="5593419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29A86D-E1AA-218A-EC75-25354DA450CC}"/>
              </a:ext>
            </a:extLst>
          </p:cNvPr>
          <p:cNvSpPr/>
          <p:nvPr/>
        </p:nvSpPr>
        <p:spPr>
          <a:xfrm>
            <a:off x="6222072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9B11411-D3B9-B1B4-ADB2-9766B5118C07}"/>
              </a:ext>
            </a:extLst>
          </p:cNvPr>
          <p:cNvSpPr/>
          <p:nvPr/>
        </p:nvSpPr>
        <p:spPr>
          <a:xfrm>
            <a:off x="6850725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009B516-9E74-710B-5F3E-D8F9E564737A}"/>
              </a:ext>
            </a:extLst>
          </p:cNvPr>
          <p:cNvSpPr/>
          <p:nvPr/>
        </p:nvSpPr>
        <p:spPr>
          <a:xfrm>
            <a:off x="7479378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75B850E-8EEA-556B-08B3-207C3CD39F71}"/>
              </a:ext>
            </a:extLst>
          </p:cNvPr>
          <p:cNvSpPr/>
          <p:nvPr/>
        </p:nvSpPr>
        <p:spPr>
          <a:xfrm>
            <a:off x="8108031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AF436A8-0A91-7C14-D3D8-4023165C7D82}"/>
              </a:ext>
            </a:extLst>
          </p:cNvPr>
          <p:cNvSpPr/>
          <p:nvPr/>
        </p:nvSpPr>
        <p:spPr>
          <a:xfrm>
            <a:off x="8736684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63FB134-6200-3493-44EF-20B0146311CD}"/>
              </a:ext>
            </a:extLst>
          </p:cNvPr>
          <p:cNvSpPr/>
          <p:nvPr/>
        </p:nvSpPr>
        <p:spPr>
          <a:xfrm>
            <a:off x="9365337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0D413FF-557F-07AA-D808-291AD8B7C9EB}"/>
              </a:ext>
            </a:extLst>
          </p:cNvPr>
          <p:cNvSpPr/>
          <p:nvPr/>
        </p:nvSpPr>
        <p:spPr>
          <a:xfrm>
            <a:off x="9993990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DCB8FC-B467-8F69-2949-5B4C1E2066E3}"/>
              </a:ext>
            </a:extLst>
          </p:cNvPr>
          <p:cNvSpPr/>
          <p:nvPr/>
        </p:nvSpPr>
        <p:spPr>
          <a:xfrm>
            <a:off x="10622638" y="5609757"/>
            <a:ext cx="129509" cy="12950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9F60D9B-8B75-6D5B-F311-87054687F58A}"/>
              </a:ext>
            </a:extLst>
          </p:cNvPr>
          <p:cNvSpPr/>
          <p:nvPr/>
        </p:nvSpPr>
        <p:spPr>
          <a:xfrm>
            <a:off x="1189998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90A0FE91-0224-3F3C-6119-8656115E9AB5}"/>
              </a:ext>
            </a:extLst>
          </p:cNvPr>
          <p:cNvSpPr/>
          <p:nvPr/>
        </p:nvSpPr>
        <p:spPr>
          <a:xfrm>
            <a:off x="10625205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13D22E2F-5AE8-3203-F781-64E061BF737D}"/>
              </a:ext>
            </a:extLst>
          </p:cNvPr>
          <p:cNvSpPr/>
          <p:nvPr/>
        </p:nvSpPr>
        <p:spPr>
          <a:xfrm>
            <a:off x="1819012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EA75F80D-F2AE-2233-B3A1-1A596AE5CE61}"/>
              </a:ext>
            </a:extLst>
          </p:cNvPr>
          <p:cNvSpPr/>
          <p:nvPr/>
        </p:nvSpPr>
        <p:spPr>
          <a:xfrm>
            <a:off x="2448026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CB5BB0F0-D3E7-38EF-8866-BC0EF3641B53}"/>
              </a:ext>
            </a:extLst>
          </p:cNvPr>
          <p:cNvSpPr/>
          <p:nvPr/>
        </p:nvSpPr>
        <p:spPr>
          <a:xfrm>
            <a:off x="3077040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ED57E36A-352E-D8DA-30E9-6D1EACC13DB5}"/>
              </a:ext>
            </a:extLst>
          </p:cNvPr>
          <p:cNvSpPr/>
          <p:nvPr/>
        </p:nvSpPr>
        <p:spPr>
          <a:xfrm>
            <a:off x="3706054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DE01600-E151-DF5E-2E3D-1D19038A4558}"/>
              </a:ext>
            </a:extLst>
          </p:cNvPr>
          <p:cNvSpPr/>
          <p:nvPr/>
        </p:nvSpPr>
        <p:spPr>
          <a:xfrm>
            <a:off x="4335068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39F92BFE-6D0B-544C-3DF3-EF85448CC996}"/>
              </a:ext>
            </a:extLst>
          </p:cNvPr>
          <p:cNvSpPr/>
          <p:nvPr/>
        </p:nvSpPr>
        <p:spPr>
          <a:xfrm>
            <a:off x="4964082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D5B2AC5-B744-240F-CBB3-7CA9DC675E2C}"/>
              </a:ext>
            </a:extLst>
          </p:cNvPr>
          <p:cNvSpPr/>
          <p:nvPr/>
        </p:nvSpPr>
        <p:spPr>
          <a:xfrm>
            <a:off x="5593096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66B6AD9-7DEB-2980-0B93-613BF09DAD7E}"/>
              </a:ext>
            </a:extLst>
          </p:cNvPr>
          <p:cNvSpPr/>
          <p:nvPr/>
        </p:nvSpPr>
        <p:spPr>
          <a:xfrm>
            <a:off x="6222110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C8BBED0-AD10-F2F4-94A5-F302D05CFCE6}"/>
              </a:ext>
            </a:extLst>
          </p:cNvPr>
          <p:cNvSpPr/>
          <p:nvPr/>
        </p:nvSpPr>
        <p:spPr>
          <a:xfrm>
            <a:off x="6851124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815B8F81-8A5E-97DE-E67A-38821D45BCF8}"/>
              </a:ext>
            </a:extLst>
          </p:cNvPr>
          <p:cNvSpPr/>
          <p:nvPr/>
        </p:nvSpPr>
        <p:spPr>
          <a:xfrm>
            <a:off x="7480138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9D4D688C-235B-4189-E125-939158C69C55}"/>
              </a:ext>
            </a:extLst>
          </p:cNvPr>
          <p:cNvSpPr/>
          <p:nvPr/>
        </p:nvSpPr>
        <p:spPr>
          <a:xfrm>
            <a:off x="8109152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2A0224CF-4EAC-6D84-C70C-308F68676551}"/>
              </a:ext>
            </a:extLst>
          </p:cNvPr>
          <p:cNvSpPr/>
          <p:nvPr/>
        </p:nvSpPr>
        <p:spPr>
          <a:xfrm>
            <a:off x="8738166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EDA5E524-CDE8-7BA6-2F57-C1B8D1FBF259}"/>
              </a:ext>
            </a:extLst>
          </p:cNvPr>
          <p:cNvSpPr/>
          <p:nvPr/>
        </p:nvSpPr>
        <p:spPr>
          <a:xfrm>
            <a:off x="9367180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5E2F884C-28E9-11C0-E1AB-B8D0D3AB704B}"/>
              </a:ext>
            </a:extLst>
          </p:cNvPr>
          <p:cNvSpPr/>
          <p:nvPr/>
        </p:nvSpPr>
        <p:spPr>
          <a:xfrm>
            <a:off x="9996194" y="127883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E87DDCEF-A013-A40F-C105-0D598C762FD0}"/>
              </a:ext>
            </a:extLst>
          </p:cNvPr>
          <p:cNvSpPr/>
          <p:nvPr/>
        </p:nvSpPr>
        <p:spPr>
          <a:xfrm>
            <a:off x="1189998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D0282575-BD42-B1D3-57D7-87030B054A63}"/>
              </a:ext>
            </a:extLst>
          </p:cNvPr>
          <p:cNvSpPr/>
          <p:nvPr/>
        </p:nvSpPr>
        <p:spPr>
          <a:xfrm>
            <a:off x="10625205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CFF6ACCA-56AD-79E1-5C08-73CA4336E025}"/>
              </a:ext>
            </a:extLst>
          </p:cNvPr>
          <p:cNvSpPr/>
          <p:nvPr/>
        </p:nvSpPr>
        <p:spPr>
          <a:xfrm>
            <a:off x="1819012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4F1A11E1-AB69-8EA4-8205-FA77091D98C5}"/>
              </a:ext>
            </a:extLst>
          </p:cNvPr>
          <p:cNvSpPr/>
          <p:nvPr/>
        </p:nvSpPr>
        <p:spPr>
          <a:xfrm>
            <a:off x="2448026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0AC784EF-F556-1878-387B-A5D740E577CA}"/>
              </a:ext>
            </a:extLst>
          </p:cNvPr>
          <p:cNvSpPr/>
          <p:nvPr/>
        </p:nvSpPr>
        <p:spPr>
          <a:xfrm>
            <a:off x="3077040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8431F321-1B11-F29F-6281-DCF7A02B20F3}"/>
              </a:ext>
            </a:extLst>
          </p:cNvPr>
          <p:cNvSpPr/>
          <p:nvPr/>
        </p:nvSpPr>
        <p:spPr>
          <a:xfrm>
            <a:off x="3706054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03C376D9-E0F9-704B-2B42-AC42F4692187}"/>
              </a:ext>
            </a:extLst>
          </p:cNvPr>
          <p:cNvSpPr/>
          <p:nvPr/>
        </p:nvSpPr>
        <p:spPr>
          <a:xfrm>
            <a:off x="4335068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856151FD-8152-6861-B524-A5AA50B16A5F}"/>
              </a:ext>
            </a:extLst>
          </p:cNvPr>
          <p:cNvSpPr/>
          <p:nvPr/>
        </p:nvSpPr>
        <p:spPr>
          <a:xfrm>
            <a:off x="4964082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398736B4-D17B-EE68-A317-466EE60AB71A}"/>
              </a:ext>
            </a:extLst>
          </p:cNvPr>
          <p:cNvSpPr/>
          <p:nvPr/>
        </p:nvSpPr>
        <p:spPr>
          <a:xfrm>
            <a:off x="5593096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2E3BBB23-D911-CA87-A543-E83042F412AA}"/>
              </a:ext>
            </a:extLst>
          </p:cNvPr>
          <p:cNvSpPr/>
          <p:nvPr/>
        </p:nvSpPr>
        <p:spPr>
          <a:xfrm>
            <a:off x="6222110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45C12924-94A3-E271-2914-93B677DDDB76}"/>
              </a:ext>
            </a:extLst>
          </p:cNvPr>
          <p:cNvSpPr/>
          <p:nvPr/>
        </p:nvSpPr>
        <p:spPr>
          <a:xfrm>
            <a:off x="6851124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50D436F1-E069-E98D-AD85-78A1C9D67836}"/>
              </a:ext>
            </a:extLst>
          </p:cNvPr>
          <p:cNvSpPr/>
          <p:nvPr/>
        </p:nvSpPr>
        <p:spPr>
          <a:xfrm>
            <a:off x="7480138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EC744DE4-F2EE-529B-9AD1-F5025CDACFAB}"/>
              </a:ext>
            </a:extLst>
          </p:cNvPr>
          <p:cNvSpPr/>
          <p:nvPr/>
        </p:nvSpPr>
        <p:spPr>
          <a:xfrm>
            <a:off x="8109152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42A5C9CA-345C-A1C4-9D90-FA3BB6F893C8}"/>
              </a:ext>
            </a:extLst>
          </p:cNvPr>
          <p:cNvSpPr/>
          <p:nvPr/>
        </p:nvSpPr>
        <p:spPr>
          <a:xfrm>
            <a:off x="8738166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A8F9AD88-66F2-9B6F-CF3F-43510B630341}"/>
              </a:ext>
            </a:extLst>
          </p:cNvPr>
          <p:cNvSpPr/>
          <p:nvPr/>
        </p:nvSpPr>
        <p:spPr>
          <a:xfrm>
            <a:off x="9367180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E0D230D0-EB05-19A2-5158-7F74B8A958F4}"/>
              </a:ext>
            </a:extLst>
          </p:cNvPr>
          <p:cNvSpPr/>
          <p:nvPr/>
        </p:nvSpPr>
        <p:spPr>
          <a:xfrm>
            <a:off x="9996194" y="155933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F5306AF-4B35-25DF-C24D-5F7891AC6E52}"/>
              </a:ext>
            </a:extLst>
          </p:cNvPr>
          <p:cNvSpPr/>
          <p:nvPr/>
        </p:nvSpPr>
        <p:spPr>
          <a:xfrm>
            <a:off x="1189998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4DB6FD4B-EA56-5B0B-1188-577DF09157EC}"/>
              </a:ext>
            </a:extLst>
          </p:cNvPr>
          <p:cNvSpPr/>
          <p:nvPr/>
        </p:nvSpPr>
        <p:spPr>
          <a:xfrm>
            <a:off x="10625205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4B647EAF-FB3B-4238-41A0-52020027DD1E}"/>
              </a:ext>
            </a:extLst>
          </p:cNvPr>
          <p:cNvSpPr/>
          <p:nvPr/>
        </p:nvSpPr>
        <p:spPr>
          <a:xfrm>
            <a:off x="1819012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2DD782AD-05AB-1652-E8B2-681DF4B99EB5}"/>
              </a:ext>
            </a:extLst>
          </p:cNvPr>
          <p:cNvSpPr/>
          <p:nvPr/>
        </p:nvSpPr>
        <p:spPr>
          <a:xfrm>
            <a:off x="2448026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E24A3D3A-2AC5-D628-5B6C-126BFB248824}"/>
              </a:ext>
            </a:extLst>
          </p:cNvPr>
          <p:cNvSpPr/>
          <p:nvPr/>
        </p:nvSpPr>
        <p:spPr>
          <a:xfrm>
            <a:off x="3077040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6222CF8-2572-C816-4E32-6AA854C94CA4}"/>
              </a:ext>
            </a:extLst>
          </p:cNvPr>
          <p:cNvSpPr/>
          <p:nvPr/>
        </p:nvSpPr>
        <p:spPr>
          <a:xfrm>
            <a:off x="3706054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6E3CE14B-3AE3-5899-029B-25982089AA10}"/>
              </a:ext>
            </a:extLst>
          </p:cNvPr>
          <p:cNvSpPr/>
          <p:nvPr/>
        </p:nvSpPr>
        <p:spPr>
          <a:xfrm>
            <a:off x="4335068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BD75003A-4BEE-B944-467E-86AF9CFC6559}"/>
              </a:ext>
            </a:extLst>
          </p:cNvPr>
          <p:cNvSpPr/>
          <p:nvPr/>
        </p:nvSpPr>
        <p:spPr>
          <a:xfrm>
            <a:off x="4964082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ED1DEF8F-0F28-7975-B4AB-B891F573EB04}"/>
              </a:ext>
            </a:extLst>
          </p:cNvPr>
          <p:cNvSpPr/>
          <p:nvPr/>
        </p:nvSpPr>
        <p:spPr>
          <a:xfrm>
            <a:off x="5593096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87F3A3FD-4D8D-2F43-9FEC-8CCDA9FBAD70}"/>
              </a:ext>
            </a:extLst>
          </p:cNvPr>
          <p:cNvSpPr/>
          <p:nvPr/>
        </p:nvSpPr>
        <p:spPr>
          <a:xfrm>
            <a:off x="6222110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F809086D-B45D-4D4B-32B6-D595187E1DB7}"/>
              </a:ext>
            </a:extLst>
          </p:cNvPr>
          <p:cNvSpPr/>
          <p:nvPr/>
        </p:nvSpPr>
        <p:spPr>
          <a:xfrm>
            <a:off x="6851124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D7CB2CF-DB76-A31C-E00A-8F893B01910F}"/>
              </a:ext>
            </a:extLst>
          </p:cNvPr>
          <p:cNvSpPr/>
          <p:nvPr/>
        </p:nvSpPr>
        <p:spPr>
          <a:xfrm>
            <a:off x="7480138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288D8DDE-5938-4DC4-D638-710C4FECBBF3}"/>
              </a:ext>
            </a:extLst>
          </p:cNvPr>
          <p:cNvSpPr/>
          <p:nvPr/>
        </p:nvSpPr>
        <p:spPr>
          <a:xfrm>
            <a:off x="8109152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65BE1058-ED6C-C979-E445-207B522ACB44}"/>
              </a:ext>
            </a:extLst>
          </p:cNvPr>
          <p:cNvSpPr/>
          <p:nvPr/>
        </p:nvSpPr>
        <p:spPr>
          <a:xfrm>
            <a:off x="8738166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3C9203C3-8295-E378-C3AD-3057FEFFB414}"/>
              </a:ext>
            </a:extLst>
          </p:cNvPr>
          <p:cNvSpPr/>
          <p:nvPr/>
        </p:nvSpPr>
        <p:spPr>
          <a:xfrm>
            <a:off x="9367180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73A3030E-BE96-4ADE-22C2-64184B22468F}"/>
              </a:ext>
            </a:extLst>
          </p:cNvPr>
          <p:cNvSpPr/>
          <p:nvPr/>
        </p:nvSpPr>
        <p:spPr>
          <a:xfrm>
            <a:off x="9996194" y="183982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08A95ED0-AA64-F16C-C1A1-39D4BAC6D0F1}"/>
              </a:ext>
            </a:extLst>
          </p:cNvPr>
          <p:cNvSpPr/>
          <p:nvPr/>
        </p:nvSpPr>
        <p:spPr>
          <a:xfrm>
            <a:off x="1189998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8560DB8B-AA13-0D94-110F-361837BE59BA}"/>
              </a:ext>
            </a:extLst>
          </p:cNvPr>
          <p:cNvSpPr/>
          <p:nvPr/>
        </p:nvSpPr>
        <p:spPr>
          <a:xfrm>
            <a:off x="10625205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6178486B-6600-E223-6A6A-1AAE713A6749}"/>
              </a:ext>
            </a:extLst>
          </p:cNvPr>
          <p:cNvSpPr/>
          <p:nvPr/>
        </p:nvSpPr>
        <p:spPr>
          <a:xfrm>
            <a:off x="1819012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477B1B0D-2305-0699-997A-6F03F9ADDECE}"/>
              </a:ext>
            </a:extLst>
          </p:cNvPr>
          <p:cNvSpPr/>
          <p:nvPr/>
        </p:nvSpPr>
        <p:spPr>
          <a:xfrm>
            <a:off x="2448026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E3563D69-2D30-6658-EE3B-404E52E3F59E}"/>
              </a:ext>
            </a:extLst>
          </p:cNvPr>
          <p:cNvSpPr/>
          <p:nvPr/>
        </p:nvSpPr>
        <p:spPr>
          <a:xfrm>
            <a:off x="3077040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260C4DF2-E3EA-9CE3-A3F4-95B415904432}"/>
              </a:ext>
            </a:extLst>
          </p:cNvPr>
          <p:cNvSpPr/>
          <p:nvPr/>
        </p:nvSpPr>
        <p:spPr>
          <a:xfrm>
            <a:off x="3706054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11F91D79-2C57-8F17-666F-C6CD6BA9CF7C}"/>
              </a:ext>
            </a:extLst>
          </p:cNvPr>
          <p:cNvSpPr/>
          <p:nvPr/>
        </p:nvSpPr>
        <p:spPr>
          <a:xfrm>
            <a:off x="4335068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FA817C4B-5B81-0726-1BC3-7BAC96EF94B6}"/>
              </a:ext>
            </a:extLst>
          </p:cNvPr>
          <p:cNvSpPr/>
          <p:nvPr/>
        </p:nvSpPr>
        <p:spPr>
          <a:xfrm>
            <a:off x="4964082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49A27D09-E04B-6A4B-AB98-FDF5C46B26FF}"/>
              </a:ext>
            </a:extLst>
          </p:cNvPr>
          <p:cNvSpPr/>
          <p:nvPr/>
        </p:nvSpPr>
        <p:spPr>
          <a:xfrm>
            <a:off x="5593096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9899AA38-FBD8-CE38-542A-EA184D779FE5}"/>
              </a:ext>
            </a:extLst>
          </p:cNvPr>
          <p:cNvSpPr/>
          <p:nvPr/>
        </p:nvSpPr>
        <p:spPr>
          <a:xfrm>
            <a:off x="6222110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5EE743FC-9F70-BBFA-C205-99A6F0288B92}"/>
              </a:ext>
            </a:extLst>
          </p:cNvPr>
          <p:cNvSpPr/>
          <p:nvPr/>
        </p:nvSpPr>
        <p:spPr>
          <a:xfrm>
            <a:off x="6851124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C55D4ABF-30BD-8F1E-F5B8-F795D9C08F57}"/>
              </a:ext>
            </a:extLst>
          </p:cNvPr>
          <p:cNvSpPr/>
          <p:nvPr/>
        </p:nvSpPr>
        <p:spPr>
          <a:xfrm>
            <a:off x="7480138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B2C0E19F-C6B7-C100-70E6-1AF0E03FEF9B}"/>
              </a:ext>
            </a:extLst>
          </p:cNvPr>
          <p:cNvSpPr/>
          <p:nvPr/>
        </p:nvSpPr>
        <p:spPr>
          <a:xfrm>
            <a:off x="8109152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2B9A8230-328F-0C8D-BE8E-692F16FE491B}"/>
              </a:ext>
            </a:extLst>
          </p:cNvPr>
          <p:cNvSpPr/>
          <p:nvPr/>
        </p:nvSpPr>
        <p:spPr>
          <a:xfrm>
            <a:off x="8738166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5C644384-8456-4CA8-F3AB-BA15439C80BF}"/>
              </a:ext>
            </a:extLst>
          </p:cNvPr>
          <p:cNvSpPr/>
          <p:nvPr/>
        </p:nvSpPr>
        <p:spPr>
          <a:xfrm>
            <a:off x="9367180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7D567EC2-41F3-DB1F-7E3F-18BBC4DD90BC}"/>
              </a:ext>
            </a:extLst>
          </p:cNvPr>
          <p:cNvSpPr/>
          <p:nvPr/>
        </p:nvSpPr>
        <p:spPr>
          <a:xfrm>
            <a:off x="9996194" y="212031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8116D5EC-A91A-A095-7E45-2BE1C8D9F373}"/>
              </a:ext>
            </a:extLst>
          </p:cNvPr>
          <p:cNvSpPr/>
          <p:nvPr/>
        </p:nvSpPr>
        <p:spPr>
          <a:xfrm>
            <a:off x="1189998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2FEBAD97-9F92-D1B5-4C8B-D57DC0C9896C}"/>
              </a:ext>
            </a:extLst>
          </p:cNvPr>
          <p:cNvSpPr/>
          <p:nvPr/>
        </p:nvSpPr>
        <p:spPr>
          <a:xfrm>
            <a:off x="10625205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E3D64161-4972-EF5C-A058-69F96FF8E445}"/>
              </a:ext>
            </a:extLst>
          </p:cNvPr>
          <p:cNvSpPr/>
          <p:nvPr/>
        </p:nvSpPr>
        <p:spPr>
          <a:xfrm>
            <a:off x="1819012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38184483-2558-2D75-5403-CA8E320923BA}"/>
              </a:ext>
            </a:extLst>
          </p:cNvPr>
          <p:cNvSpPr/>
          <p:nvPr/>
        </p:nvSpPr>
        <p:spPr>
          <a:xfrm>
            <a:off x="2448026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FD5DE99A-69D8-5F9F-560D-B192D593B844}"/>
              </a:ext>
            </a:extLst>
          </p:cNvPr>
          <p:cNvSpPr/>
          <p:nvPr/>
        </p:nvSpPr>
        <p:spPr>
          <a:xfrm>
            <a:off x="3077040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B243E491-FDDA-CE24-1E2F-F5E7C44F718F}"/>
              </a:ext>
            </a:extLst>
          </p:cNvPr>
          <p:cNvSpPr/>
          <p:nvPr/>
        </p:nvSpPr>
        <p:spPr>
          <a:xfrm>
            <a:off x="3706054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DEE04E9F-1EA2-C268-A48F-9AC8AE96870D}"/>
              </a:ext>
            </a:extLst>
          </p:cNvPr>
          <p:cNvSpPr/>
          <p:nvPr/>
        </p:nvSpPr>
        <p:spPr>
          <a:xfrm>
            <a:off x="4335068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D6FF4A7A-9E55-39AA-66FD-4B5AE54AEE81}"/>
              </a:ext>
            </a:extLst>
          </p:cNvPr>
          <p:cNvSpPr/>
          <p:nvPr/>
        </p:nvSpPr>
        <p:spPr>
          <a:xfrm>
            <a:off x="4964082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E5DBF09D-3BB2-D802-EB22-D7BAF726B6C7}"/>
              </a:ext>
            </a:extLst>
          </p:cNvPr>
          <p:cNvSpPr/>
          <p:nvPr/>
        </p:nvSpPr>
        <p:spPr>
          <a:xfrm>
            <a:off x="5593096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7CB90DBC-FA79-2E25-3EDE-F5A0768FF23A}"/>
              </a:ext>
            </a:extLst>
          </p:cNvPr>
          <p:cNvSpPr/>
          <p:nvPr/>
        </p:nvSpPr>
        <p:spPr>
          <a:xfrm>
            <a:off x="6222110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93C363F3-1434-C4C6-9E5F-46CF03AFE8F2}"/>
              </a:ext>
            </a:extLst>
          </p:cNvPr>
          <p:cNvSpPr/>
          <p:nvPr/>
        </p:nvSpPr>
        <p:spPr>
          <a:xfrm>
            <a:off x="6851124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73743E25-4C1A-45A7-650E-8BA3A62D2D93}"/>
              </a:ext>
            </a:extLst>
          </p:cNvPr>
          <p:cNvSpPr/>
          <p:nvPr/>
        </p:nvSpPr>
        <p:spPr>
          <a:xfrm>
            <a:off x="7480138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8163F975-0325-F50E-A2C8-31BDC3DF3F3A}"/>
              </a:ext>
            </a:extLst>
          </p:cNvPr>
          <p:cNvSpPr/>
          <p:nvPr/>
        </p:nvSpPr>
        <p:spPr>
          <a:xfrm>
            <a:off x="8109152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385F26DC-2991-71D9-A7D1-66764041650C}"/>
              </a:ext>
            </a:extLst>
          </p:cNvPr>
          <p:cNvSpPr/>
          <p:nvPr/>
        </p:nvSpPr>
        <p:spPr>
          <a:xfrm>
            <a:off x="8738166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97403177-2D21-1418-B2ED-C8AC7450B02C}"/>
              </a:ext>
            </a:extLst>
          </p:cNvPr>
          <p:cNvSpPr/>
          <p:nvPr/>
        </p:nvSpPr>
        <p:spPr>
          <a:xfrm>
            <a:off x="9367180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07BA9519-429A-8A9A-81F5-31851D7B593E}"/>
              </a:ext>
            </a:extLst>
          </p:cNvPr>
          <p:cNvSpPr/>
          <p:nvPr/>
        </p:nvSpPr>
        <p:spPr>
          <a:xfrm>
            <a:off x="9996194" y="240081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AD4E6033-9A03-0351-75F5-E28F53EAC540}"/>
              </a:ext>
            </a:extLst>
          </p:cNvPr>
          <p:cNvSpPr/>
          <p:nvPr/>
        </p:nvSpPr>
        <p:spPr>
          <a:xfrm>
            <a:off x="1189998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E537C795-D24F-08B2-D608-751A928B3D0C}"/>
              </a:ext>
            </a:extLst>
          </p:cNvPr>
          <p:cNvSpPr/>
          <p:nvPr/>
        </p:nvSpPr>
        <p:spPr>
          <a:xfrm>
            <a:off x="10625205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591A712B-D30B-E7F3-9554-E1006BC5A46A}"/>
              </a:ext>
            </a:extLst>
          </p:cNvPr>
          <p:cNvSpPr/>
          <p:nvPr/>
        </p:nvSpPr>
        <p:spPr>
          <a:xfrm>
            <a:off x="1819012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E8B64188-6461-294C-5FC5-A4499EB27AB4}"/>
              </a:ext>
            </a:extLst>
          </p:cNvPr>
          <p:cNvSpPr/>
          <p:nvPr/>
        </p:nvSpPr>
        <p:spPr>
          <a:xfrm>
            <a:off x="2448026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F33F5FA3-5C0E-E7D4-8CEF-3D5BD2E60029}"/>
              </a:ext>
            </a:extLst>
          </p:cNvPr>
          <p:cNvSpPr/>
          <p:nvPr/>
        </p:nvSpPr>
        <p:spPr>
          <a:xfrm>
            <a:off x="3077040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0E8865DA-DF87-2392-AC02-68923AE57001}"/>
              </a:ext>
            </a:extLst>
          </p:cNvPr>
          <p:cNvSpPr/>
          <p:nvPr/>
        </p:nvSpPr>
        <p:spPr>
          <a:xfrm>
            <a:off x="3706054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14DD3BC6-EFD0-52FF-1914-A17E1978BD68}"/>
              </a:ext>
            </a:extLst>
          </p:cNvPr>
          <p:cNvSpPr/>
          <p:nvPr/>
        </p:nvSpPr>
        <p:spPr>
          <a:xfrm>
            <a:off x="4335068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47729560-48D8-ED2D-D855-65432B521E95}"/>
              </a:ext>
            </a:extLst>
          </p:cNvPr>
          <p:cNvSpPr/>
          <p:nvPr/>
        </p:nvSpPr>
        <p:spPr>
          <a:xfrm>
            <a:off x="4964082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61B72883-654F-D6A2-AED3-C3A575F49F4D}"/>
              </a:ext>
            </a:extLst>
          </p:cNvPr>
          <p:cNvSpPr/>
          <p:nvPr/>
        </p:nvSpPr>
        <p:spPr>
          <a:xfrm>
            <a:off x="5593096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E99332BE-CDF5-DB7E-5DDF-5B9603E8F2A7}"/>
              </a:ext>
            </a:extLst>
          </p:cNvPr>
          <p:cNvSpPr/>
          <p:nvPr/>
        </p:nvSpPr>
        <p:spPr>
          <a:xfrm>
            <a:off x="6222110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F3AA85EF-D274-E397-FDF4-8EEE4539CF40}"/>
              </a:ext>
            </a:extLst>
          </p:cNvPr>
          <p:cNvSpPr/>
          <p:nvPr/>
        </p:nvSpPr>
        <p:spPr>
          <a:xfrm>
            <a:off x="6851124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059F7F04-5B78-14C9-A350-713DFDB1E0E6}"/>
              </a:ext>
            </a:extLst>
          </p:cNvPr>
          <p:cNvSpPr/>
          <p:nvPr/>
        </p:nvSpPr>
        <p:spPr>
          <a:xfrm>
            <a:off x="7480138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D0C5B569-3047-5E77-4D59-E9D407B3435A}"/>
              </a:ext>
            </a:extLst>
          </p:cNvPr>
          <p:cNvSpPr/>
          <p:nvPr/>
        </p:nvSpPr>
        <p:spPr>
          <a:xfrm>
            <a:off x="8109152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79D03CA6-8547-A688-697D-4629C2929292}"/>
              </a:ext>
            </a:extLst>
          </p:cNvPr>
          <p:cNvSpPr/>
          <p:nvPr/>
        </p:nvSpPr>
        <p:spPr>
          <a:xfrm>
            <a:off x="8738166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3F8879F6-7CE2-BF6C-135E-BB91F102CFBB}"/>
              </a:ext>
            </a:extLst>
          </p:cNvPr>
          <p:cNvSpPr/>
          <p:nvPr/>
        </p:nvSpPr>
        <p:spPr>
          <a:xfrm>
            <a:off x="9367180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51CDA4E5-E4E2-6930-B39E-0E54D00D7316}"/>
              </a:ext>
            </a:extLst>
          </p:cNvPr>
          <p:cNvSpPr/>
          <p:nvPr/>
        </p:nvSpPr>
        <p:spPr>
          <a:xfrm>
            <a:off x="9996194" y="268130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D199B2DD-6D96-9984-9DA2-77FFB55F634D}"/>
              </a:ext>
            </a:extLst>
          </p:cNvPr>
          <p:cNvSpPr/>
          <p:nvPr/>
        </p:nvSpPr>
        <p:spPr>
          <a:xfrm>
            <a:off x="1189998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24592C08-C0CC-B426-3568-9D62791F8E2C}"/>
              </a:ext>
            </a:extLst>
          </p:cNvPr>
          <p:cNvSpPr/>
          <p:nvPr/>
        </p:nvSpPr>
        <p:spPr>
          <a:xfrm>
            <a:off x="10625205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75683ACE-8921-5E79-8A95-CD4759E23B28}"/>
              </a:ext>
            </a:extLst>
          </p:cNvPr>
          <p:cNvSpPr/>
          <p:nvPr/>
        </p:nvSpPr>
        <p:spPr>
          <a:xfrm>
            <a:off x="1819012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3BF47DC1-E017-4D32-9232-C8046BA5EA25}"/>
              </a:ext>
            </a:extLst>
          </p:cNvPr>
          <p:cNvSpPr/>
          <p:nvPr/>
        </p:nvSpPr>
        <p:spPr>
          <a:xfrm>
            <a:off x="2448026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2B47546D-E490-01F0-9435-A0941E0D1FDB}"/>
              </a:ext>
            </a:extLst>
          </p:cNvPr>
          <p:cNvSpPr/>
          <p:nvPr/>
        </p:nvSpPr>
        <p:spPr>
          <a:xfrm>
            <a:off x="3077040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21D9FC72-B2BA-7B00-8A86-72B7403839BD}"/>
              </a:ext>
            </a:extLst>
          </p:cNvPr>
          <p:cNvSpPr/>
          <p:nvPr/>
        </p:nvSpPr>
        <p:spPr>
          <a:xfrm>
            <a:off x="3706054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A2E68D89-AF7D-95BC-BDB0-44D9F574C473}"/>
              </a:ext>
            </a:extLst>
          </p:cNvPr>
          <p:cNvSpPr/>
          <p:nvPr/>
        </p:nvSpPr>
        <p:spPr>
          <a:xfrm>
            <a:off x="4335068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EFCADD70-EC94-AE1A-3F5A-9B0CB3F37233}"/>
              </a:ext>
            </a:extLst>
          </p:cNvPr>
          <p:cNvSpPr/>
          <p:nvPr/>
        </p:nvSpPr>
        <p:spPr>
          <a:xfrm>
            <a:off x="4964082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AA7424B2-6AED-D576-ECE0-EEDC2F36B6CC}"/>
              </a:ext>
            </a:extLst>
          </p:cNvPr>
          <p:cNvSpPr/>
          <p:nvPr/>
        </p:nvSpPr>
        <p:spPr>
          <a:xfrm>
            <a:off x="5593096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B214598D-BDE5-070D-ADBB-092F9ACD0B24}"/>
              </a:ext>
            </a:extLst>
          </p:cNvPr>
          <p:cNvSpPr/>
          <p:nvPr/>
        </p:nvSpPr>
        <p:spPr>
          <a:xfrm>
            <a:off x="6222110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54F56438-D898-3A4E-198F-498A42476B29}"/>
              </a:ext>
            </a:extLst>
          </p:cNvPr>
          <p:cNvSpPr/>
          <p:nvPr/>
        </p:nvSpPr>
        <p:spPr>
          <a:xfrm>
            <a:off x="6851124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FCD0B580-5FCA-0A83-BCB0-B9AFB7A27D00}"/>
              </a:ext>
            </a:extLst>
          </p:cNvPr>
          <p:cNvSpPr/>
          <p:nvPr/>
        </p:nvSpPr>
        <p:spPr>
          <a:xfrm>
            <a:off x="7480138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81E0DA7E-7C51-2C1F-7277-87ABB9438BB2}"/>
              </a:ext>
            </a:extLst>
          </p:cNvPr>
          <p:cNvSpPr/>
          <p:nvPr/>
        </p:nvSpPr>
        <p:spPr>
          <a:xfrm>
            <a:off x="8109152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77E49788-B01B-5A6F-337D-E3984FA49300}"/>
              </a:ext>
            </a:extLst>
          </p:cNvPr>
          <p:cNvSpPr/>
          <p:nvPr/>
        </p:nvSpPr>
        <p:spPr>
          <a:xfrm>
            <a:off x="8738166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85B5317C-F50F-6873-94BA-AE57E4E37637}"/>
              </a:ext>
            </a:extLst>
          </p:cNvPr>
          <p:cNvSpPr/>
          <p:nvPr/>
        </p:nvSpPr>
        <p:spPr>
          <a:xfrm>
            <a:off x="9367180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4A0E1FF7-DE7C-844E-F24F-955D36269ADB}"/>
              </a:ext>
            </a:extLst>
          </p:cNvPr>
          <p:cNvSpPr/>
          <p:nvPr/>
        </p:nvSpPr>
        <p:spPr>
          <a:xfrm>
            <a:off x="9996194" y="296180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51639783-DB69-D52C-7C88-4248DEFD66BC}"/>
              </a:ext>
            </a:extLst>
          </p:cNvPr>
          <p:cNvSpPr/>
          <p:nvPr/>
        </p:nvSpPr>
        <p:spPr>
          <a:xfrm>
            <a:off x="1189998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D002A696-D88D-B865-5024-85AE7036F1FD}"/>
              </a:ext>
            </a:extLst>
          </p:cNvPr>
          <p:cNvSpPr/>
          <p:nvPr/>
        </p:nvSpPr>
        <p:spPr>
          <a:xfrm>
            <a:off x="10625205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2B0C77CA-528D-E126-49E3-8D5174EE1424}"/>
              </a:ext>
            </a:extLst>
          </p:cNvPr>
          <p:cNvSpPr/>
          <p:nvPr/>
        </p:nvSpPr>
        <p:spPr>
          <a:xfrm>
            <a:off x="1819012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762DBA20-20FD-E703-ADF9-85B4D80DD5A5}"/>
              </a:ext>
            </a:extLst>
          </p:cNvPr>
          <p:cNvSpPr/>
          <p:nvPr/>
        </p:nvSpPr>
        <p:spPr>
          <a:xfrm>
            <a:off x="2448026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C9AA8081-1929-B80C-4D16-A3BE1CC83A26}"/>
              </a:ext>
            </a:extLst>
          </p:cNvPr>
          <p:cNvSpPr/>
          <p:nvPr/>
        </p:nvSpPr>
        <p:spPr>
          <a:xfrm>
            <a:off x="3077040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C0742680-5D1F-BDF1-D855-6C9AB3C1261E}"/>
              </a:ext>
            </a:extLst>
          </p:cNvPr>
          <p:cNvSpPr/>
          <p:nvPr/>
        </p:nvSpPr>
        <p:spPr>
          <a:xfrm>
            <a:off x="3706054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0F8D11FF-8307-408F-60B2-5327281185FF}"/>
              </a:ext>
            </a:extLst>
          </p:cNvPr>
          <p:cNvSpPr/>
          <p:nvPr/>
        </p:nvSpPr>
        <p:spPr>
          <a:xfrm>
            <a:off x="4335068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4" name="Rectangle: Rounded Corners 273">
            <a:extLst>
              <a:ext uri="{FF2B5EF4-FFF2-40B4-BE49-F238E27FC236}">
                <a16:creationId xmlns:a16="http://schemas.microsoft.com/office/drawing/2014/main" id="{86B8BE54-C46E-F45D-B3CA-52A817096DDB}"/>
              </a:ext>
            </a:extLst>
          </p:cNvPr>
          <p:cNvSpPr/>
          <p:nvPr/>
        </p:nvSpPr>
        <p:spPr>
          <a:xfrm>
            <a:off x="4964082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31570CF0-3A29-8855-1355-844BFD7FD087}"/>
              </a:ext>
            </a:extLst>
          </p:cNvPr>
          <p:cNvSpPr/>
          <p:nvPr/>
        </p:nvSpPr>
        <p:spPr>
          <a:xfrm>
            <a:off x="5593096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506937F4-5305-52CC-B279-BFF092E2658B}"/>
              </a:ext>
            </a:extLst>
          </p:cNvPr>
          <p:cNvSpPr/>
          <p:nvPr/>
        </p:nvSpPr>
        <p:spPr>
          <a:xfrm>
            <a:off x="6222110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B9B915A4-B4F5-3B66-AF7F-FAA7FA6E9011}"/>
              </a:ext>
            </a:extLst>
          </p:cNvPr>
          <p:cNvSpPr/>
          <p:nvPr/>
        </p:nvSpPr>
        <p:spPr>
          <a:xfrm>
            <a:off x="6851124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504CE0FC-76C8-194E-E160-AEC5AA5F8141}"/>
              </a:ext>
            </a:extLst>
          </p:cNvPr>
          <p:cNvSpPr/>
          <p:nvPr/>
        </p:nvSpPr>
        <p:spPr>
          <a:xfrm>
            <a:off x="7480138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FE13BD79-D660-20D9-EABA-A403E4BFC8C3}"/>
              </a:ext>
            </a:extLst>
          </p:cNvPr>
          <p:cNvSpPr/>
          <p:nvPr/>
        </p:nvSpPr>
        <p:spPr>
          <a:xfrm>
            <a:off x="8109152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986DD258-9090-3F04-FACA-9346F72490D5}"/>
              </a:ext>
            </a:extLst>
          </p:cNvPr>
          <p:cNvSpPr/>
          <p:nvPr/>
        </p:nvSpPr>
        <p:spPr>
          <a:xfrm>
            <a:off x="8738166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4E1A0E22-DC81-CFBF-A89A-C994C7FBEB0C}"/>
              </a:ext>
            </a:extLst>
          </p:cNvPr>
          <p:cNvSpPr/>
          <p:nvPr/>
        </p:nvSpPr>
        <p:spPr>
          <a:xfrm>
            <a:off x="9367180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D4894930-9F9D-F75B-F214-BAA8B0C87E11}"/>
              </a:ext>
            </a:extLst>
          </p:cNvPr>
          <p:cNvSpPr/>
          <p:nvPr/>
        </p:nvSpPr>
        <p:spPr>
          <a:xfrm>
            <a:off x="9996194" y="324229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4" name="Rectangle: Rounded Corners 283">
            <a:extLst>
              <a:ext uri="{FF2B5EF4-FFF2-40B4-BE49-F238E27FC236}">
                <a16:creationId xmlns:a16="http://schemas.microsoft.com/office/drawing/2014/main" id="{E1F2B8CE-192E-AF3B-CA5A-2D017891B088}"/>
              </a:ext>
            </a:extLst>
          </p:cNvPr>
          <p:cNvSpPr/>
          <p:nvPr/>
        </p:nvSpPr>
        <p:spPr>
          <a:xfrm>
            <a:off x="1189998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0DE2752C-CAC6-F38D-F3AD-A88E46D0D985}"/>
              </a:ext>
            </a:extLst>
          </p:cNvPr>
          <p:cNvSpPr/>
          <p:nvPr/>
        </p:nvSpPr>
        <p:spPr>
          <a:xfrm>
            <a:off x="10625205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B12BD57B-8BC8-2977-10BB-1413EA2880F6}"/>
              </a:ext>
            </a:extLst>
          </p:cNvPr>
          <p:cNvSpPr/>
          <p:nvPr/>
        </p:nvSpPr>
        <p:spPr>
          <a:xfrm>
            <a:off x="1819012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CDE0C72E-0031-20BE-F528-E03B0102CD39}"/>
              </a:ext>
            </a:extLst>
          </p:cNvPr>
          <p:cNvSpPr/>
          <p:nvPr/>
        </p:nvSpPr>
        <p:spPr>
          <a:xfrm>
            <a:off x="2448026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198844A0-16D9-ABD6-ADFF-BB686E8FA027}"/>
              </a:ext>
            </a:extLst>
          </p:cNvPr>
          <p:cNvSpPr/>
          <p:nvPr/>
        </p:nvSpPr>
        <p:spPr>
          <a:xfrm>
            <a:off x="3077040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E77F65D7-5A89-994E-934A-8B141A442E3A}"/>
              </a:ext>
            </a:extLst>
          </p:cNvPr>
          <p:cNvSpPr/>
          <p:nvPr/>
        </p:nvSpPr>
        <p:spPr>
          <a:xfrm>
            <a:off x="3706054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0" name="Rectangle: Rounded Corners 289">
            <a:extLst>
              <a:ext uri="{FF2B5EF4-FFF2-40B4-BE49-F238E27FC236}">
                <a16:creationId xmlns:a16="http://schemas.microsoft.com/office/drawing/2014/main" id="{37372A12-E884-8ACF-0F2D-10C7072E86E4}"/>
              </a:ext>
            </a:extLst>
          </p:cNvPr>
          <p:cNvSpPr/>
          <p:nvPr/>
        </p:nvSpPr>
        <p:spPr>
          <a:xfrm>
            <a:off x="4335068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7A808B9C-2DFB-28C8-F5C7-C74D361C58C9}"/>
              </a:ext>
            </a:extLst>
          </p:cNvPr>
          <p:cNvSpPr/>
          <p:nvPr/>
        </p:nvSpPr>
        <p:spPr>
          <a:xfrm>
            <a:off x="4964082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2" name="Rectangle: Rounded Corners 291">
            <a:extLst>
              <a:ext uri="{FF2B5EF4-FFF2-40B4-BE49-F238E27FC236}">
                <a16:creationId xmlns:a16="http://schemas.microsoft.com/office/drawing/2014/main" id="{39AD1426-51F1-08A8-D480-14E3E2958115}"/>
              </a:ext>
            </a:extLst>
          </p:cNvPr>
          <p:cNvSpPr/>
          <p:nvPr/>
        </p:nvSpPr>
        <p:spPr>
          <a:xfrm>
            <a:off x="5593096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4864B1C6-53BC-D8AC-2A9D-EBC2EC62D2B2}"/>
              </a:ext>
            </a:extLst>
          </p:cNvPr>
          <p:cNvSpPr/>
          <p:nvPr/>
        </p:nvSpPr>
        <p:spPr>
          <a:xfrm>
            <a:off x="6222110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7621D62D-E371-AD67-3F0A-9360E905B8F0}"/>
              </a:ext>
            </a:extLst>
          </p:cNvPr>
          <p:cNvSpPr/>
          <p:nvPr/>
        </p:nvSpPr>
        <p:spPr>
          <a:xfrm>
            <a:off x="6851124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BD843A34-FC93-A067-BB74-D8AD58A53F43}"/>
              </a:ext>
            </a:extLst>
          </p:cNvPr>
          <p:cNvSpPr/>
          <p:nvPr/>
        </p:nvSpPr>
        <p:spPr>
          <a:xfrm>
            <a:off x="7480138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6" name="Rectangle: Rounded Corners 295">
            <a:extLst>
              <a:ext uri="{FF2B5EF4-FFF2-40B4-BE49-F238E27FC236}">
                <a16:creationId xmlns:a16="http://schemas.microsoft.com/office/drawing/2014/main" id="{384484C2-96E0-53E8-CE5E-B87FEF0877EB}"/>
              </a:ext>
            </a:extLst>
          </p:cNvPr>
          <p:cNvSpPr/>
          <p:nvPr/>
        </p:nvSpPr>
        <p:spPr>
          <a:xfrm>
            <a:off x="8109152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216C7715-68BD-EAD0-94F5-0A0E973B0167}"/>
              </a:ext>
            </a:extLst>
          </p:cNvPr>
          <p:cNvSpPr/>
          <p:nvPr/>
        </p:nvSpPr>
        <p:spPr>
          <a:xfrm>
            <a:off x="8738166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773C5E2B-60BC-053E-809C-5A0A56A0B8D5}"/>
              </a:ext>
            </a:extLst>
          </p:cNvPr>
          <p:cNvSpPr/>
          <p:nvPr/>
        </p:nvSpPr>
        <p:spPr>
          <a:xfrm>
            <a:off x="9367180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99B4DAA9-6E84-7732-B510-67A7DF048775}"/>
              </a:ext>
            </a:extLst>
          </p:cNvPr>
          <p:cNvSpPr/>
          <p:nvPr/>
        </p:nvSpPr>
        <p:spPr>
          <a:xfrm>
            <a:off x="9996194" y="352278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E6FC4A91-4399-0496-4603-B13538E366F8}"/>
              </a:ext>
            </a:extLst>
          </p:cNvPr>
          <p:cNvSpPr/>
          <p:nvPr/>
        </p:nvSpPr>
        <p:spPr>
          <a:xfrm>
            <a:off x="1189998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2" name="Rectangle: Rounded Corners 301">
            <a:extLst>
              <a:ext uri="{FF2B5EF4-FFF2-40B4-BE49-F238E27FC236}">
                <a16:creationId xmlns:a16="http://schemas.microsoft.com/office/drawing/2014/main" id="{DA0B673A-0DF0-67A3-A304-F90154ACEBE0}"/>
              </a:ext>
            </a:extLst>
          </p:cNvPr>
          <p:cNvSpPr/>
          <p:nvPr/>
        </p:nvSpPr>
        <p:spPr>
          <a:xfrm>
            <a:off x="10625205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D5B04330-D74B-2A10-C19F-367335942CB6}"/>
              </a:ext>
            </a:extLst>
          </p:cNvPr>
          <p:cNvSpPr/>
          <p:nvPr/>
        </p:nvSpPr>
        <p:spPr>
          <a:xfrm>
            <a:off x="1819012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4" name="Rectangle: Rounded Corners 303">
            <a:extLst>
              <a:ext uri="{FF2B5EF4-FFF2-40B4-BE49-F238E27FC236}">
                <a16:creationId xmlns:a16="http://schemas.microsoft.com/office/drawing/2014/main" id="{E2459EE9-4891-9FE7-79D9-041ED4ED3107}"/>
              </a:ext>
            </a:extLst>
          </p:cNvPr>
          <p:cNvSpPr/>
          <p:nvPr/>
        </p:nvSpPr>
        <p:spPr>
          <a:xfrm>
            <a:off x="2448026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654C4386-76AE-6ED2-02B6-18035F6CD85D}"/>
              </a:ext>
            </a:extLst>
          </p:cNvPr>
          <p:cNvSpPr/>
          <p:nvPr/>
        </p:nvSpPr>
        <p:spPr>
          <a:xfrm>
            <a:off x="3077040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2A20BB11-1085-6F94-194A-DC1D78B93D55}"/>
              </a:ext>
            </a:extLst>
          </p:cNvPr>
          <p:cNvSpPr/>
          <p:nvPr/>
        </p:nvSpPr>
        <p:spPr>
          <a:xfrm>
            <a:off x="3706054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1C12ED65-BD05-6943-AF9A-0B38A8B23467}"/>
              </a:ext>
            </a:extLst>
          </p:cNvPr>
          <p:cNvSpPr/>
          <p:nvPr/>
        </p:nvSpPr>
        <p:spPr>
          <a:xfrm>
            <a:off x="4335068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8" name="Rectangle: Rounded Corners 307">
            <a:extLst>
              <a:ext uri="{FF2B5EF4-FFF2-40B4-BE49-F238E27FC236}">
                <a16:creationId xmlns:a16="http://schemas.microsoft.com/office/drawing/2014/main" id="{AB035DDB-404D-374E-B8F9-6A2B29CF6D94}"/>
              </a:ext>
            </a:extLst>
          </p:cNvPr>
          <p:cNvSpPr/>
          <p:nvPr/>
        </p:nvSpPr>
        <p:spPr>
          <a:xfrm>
            <a:off x="4964082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09" name="Rectangle: Rounded Corners 308">
            <a:extLst>
              <a:ext uri="{FF2B5EF4-FFF2-40B4-BE49-F238E27FC236}">
                <a16:creationId xmlns:a16="http://schemas.microsoft.com/office/drawing/2014/main" id="{66D2C21E-39A7-556E-EA72-5DB9E3294EC5}"/>
              </a:ext>
            </a:extLst>
          </p:cNvPr>
          <p:cNvSpPr/>
          <p:nvPr/>
        </p:nvSpPr>
        <p:spPr>
          <a:xfrm>
            <a:off x="5593096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0" name="Rectangle: Rounded Corners 309">
            <a:extLst>
              <a:ext uri="{FF2B5EF4-FFF2-40B4-BE49-F238E27FC236}">
                <a16:creationId xmlns:a16="http://schemas.microsoft.com/office/drawing/2014/main" id="{4BF02F81-6ACE-563D-BCD1-2BAA5693A03C}"/>
              </a:ext>
            </a:extLst>
          </p:cNvPr>
          <p:cNvSpPr/>
          <p:nvPr/>
        </p:nvSpPr>
        <p:spPr>
          <a:xfrm>
            <a:off x="6222110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DAD24FC9-2EA4-6F8F-4668-1A161EB20DD1}"/>
              </a:ext>
            </a:extLst>
          </p:cNvPr>
          <p:cNvSpPr/>
          <p:nvPr/>
        </p:nvSpPr>
        <p:spPr>
          <a:xfrm>
            <a:off x="6851124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10BFED59-2F71-669D-64AE-8922244C8C82}"/>
              </a:ext>
            </a:extLst>
          </p:cNvPr>
          <p:cNvSpPr/>
          <p:nvPr/>
        </p:nvSpPr>
        <p:spPr>
          <a:xfrm>
            <a:off x="7480138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4A8F2B63-A8C2-3421-1BFC-199C1510918F}"/>
              </a:ext>
            </a:extLst>
          </p:cNvPr>
          <p:cNvSpPr/>
          <p:nvPr/>
        </p:nvSpPr>
        <p:spPr>
          <a:xfrm>
            <a:off x="8109152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CF021DDE-B713-A2E5-ED17-7AAA94830F25}"/>
              </a:ext>
            </a:extLst>
          </p:cNvPr>
          <p:cNvSpPr/>
          <p:nvPr/>
        </p:nvSpPr>
        <p:spPr>
          <a:xfrm>
            <a:off x="8738166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D87E3E40-4E1D-9D4B-CA6E-BE477BEFEBEC}"/>
              </a:ext>
            </a:extLst>
          </p:cNvPr>
          <p:cNvSpPr/>
          <p:nvPr/>
        </p:nvSpPr>
        <p:spPr>
          <a:xfrm>
            <a:off x="9367180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B0888F36-3633-C5EB-D585-3AF9BE1ABC7F}"/>
              </a:ext>
            </a:extLst>
          </p:cNvPr>
          <p:cNvSpPr/>
          <p:nvPr/>
        </p:nvSpPr>
        <p:spPr>
          <a:xfrm>
            <a:off x="9996194" y="3803283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8" name="Rectangle: Rounded Corners 317">
            <a:extLst>
              <a:ext uri="{FF2B5EF4-FFF2-40B4-BE49-F238E27FC236}">
                <a16:creationId xmlns:a16="http://schemas.microsoft.com/office/drawing/2014/main" id="{D4B0A605-879C-5907-688C-BE95174712D5}"/>
              </a:ext>
            </a:extLst>
          </p:cNvPr>
          <p:cNvSpPr/>
          <p:nvPr/>
        </p:nvSpPr>
        <p:spPr>
          <a:xfrm>
            <a:off x="1189998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A9A0DA7C-5C04-4923-3754-64FAC80C1791}"/>
              </a:ext>
            </a:extLst>
          </p:cNvPr>
          <p:cNvSpPr/>
          <p:nvPr/>
        </p:nvSpPr>
        <p:spPr>
          <a:xfrm>
            <a:off x="10625205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DCEF4968-3843-4569-64FC-F741A4EC83D0}"/>
              </a:ext>
            </a:extLst>
          </p:cNvPr>
          <p:cNvSpPr/>
          <p:nvPr/>
        </p:nvSpPr>
        <p:spPr>
          <a:xfrm>
            <a:off x="1819012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ECE106D9-6D9A-6BA7-D202-F80A0F13F26D}"/>
              </a:ext>
            </a:extLst>
          </p:cNvPr>
          <p:cNvSpPr/>
          <p:nvPr/>
        </p:nvSpPr>
        <p:spPr>
          <a:xfrm>
            <a:off x="2448026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2" name="Rectangle: Rounded Corners 321">
            <a:extLst>
              <a:ext uri="{FF2B5EF4-FFF2-40B4-BE49-F238E27FC236}">
                <a16:creationId xmlns:a16="http://schemas.microsoft.com/office/drawing/2014/main" id="{1E4A4456-C4F8-9D21-EE1E-041DBF98EF08}"/>
              </a:ext>
            </a:extLst>
          </p:cNvPr>
          <p:cNvSpPr/>
          <p:nvPr/>
        </p:nvSpPr>
        <p:spPr>
          <a:xfrm>
            <a:off x="3077040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84A79142-2DBF-264B-91E9-B2FE95264C11}"/>
              </a:ext>
            </a:extLst>
          </p:cNvPr>
          <p:cNvSpPr/>
          <p:nvPr/>
        </p:nvSpPr>
        <p:spPr>
          <a:xfrm>
            <a:off x="3706054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B93410AF-98EE-BB4A-C16B-BEED878A9102}"/>
              </a:ext>
            </a:extLst>
          </p:cNvPr>
          <p:cNvSpPr/>
          <p:nvPr/>
        </p:nvSpPr>
        <p:spPr>
          <a:xfrm>
            <a:off x="4335068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B1E6FD6E-45F8-AA6F-30F2-ACDB3CDD4DAD}"/>
              </a:ext>
            </a:extLst>
          </p:cNvPr>
          <p:cNvSpPr/>
          <p:nvPr/>
        </p:nvSpPr>
        <p:spPr>
          <a:xfrm>
            <a:off x="4964082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6" name="Rectangle: Rounded Corners 325">
            <a:extLst>
              <a:ext uri="{FF2B5EF4-FFF2-40B4-BE49-F238E27FC236}">
                <a16:creationId xmlns:a16="http://schemas.microsoft.com/office/drawing/2014/main" id="{A1F2748C-0B86-E4BA-8263-3E6CD2C91468}"/>
              </a:ext>
            </a:extLst>
          </p:cNvPr>
          <p:cNvSpPr/>
          <p:nvPr/>
        </p:nvSpPr>
        <p:spPr>
          <a:xfrm>
            <a:off x="5593096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DB896A9E-37DA-A95D-EF12-DA0652DE9E77}"/>
              </a:ext>
            </a:extLst>
          </p:cNvPr>
          <p:cNvSpPr/>
          <p:nvPr/>
        </p:nvSpPr>
        <p:spPr>
          <a:xfrm>
            <a:off x="6222110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8" name="Rectangle: Rounded Corners 327">
            <a:extLst>
              <a:ext uri="{FF2B5EF4-FFF2-40B4-BE49-F238E27FC236}">
                <a16:creationId xmlns:a16="http://schemas.microsoft.com/office/drawing/2014/main" id="{FB0D54DF-F2FC-348A-0DB2-156F3ED50B31}"/>
              </a:ext>
            </a:extLst>
          </p:cNvPr>
          <p:cNvSpPr/>
          <p:nvPr/>
        </p:nvSpPr>
        <p:spPr>
          <a:xfrm>
            <a:off x="6851124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F095E0F1-D673-E57E-C23C-44F1EEAFA12F}"/>
              </a:ext>
            </a:extLst>
          </p:cNvPr>
          <p:cNvSpPr/>
          <p:nvPr/>
        </p:nvSpPr>
        <p:spPr>
          <a:xfrm>
            <a:off x="7480138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8E2359B0-B1D2-9DEC-5978-E168E200E893}"/>
              </a:ext>
            </a:extLst>
          </p:cNvPr>
          <p:cNvSpPr/>
          <p:nvPr/>
        </p:nvSpPr>
        <p:spPr>
          <a:xfrm>
            <a:off x="8109152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FFB64CDC-58C6-9646-20B6-9AE136BEF7D0}"/>
              </a:ext>
            </a:extLst>
          </p:cNvPr>
          <p:cNvSpPr/>
          <p:nvPr/>
        </p:nvSpPr>
        <p:spPr>
          <a:xfrm>
            <a:off x="8738166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2" name="Rectangle: Rounded Corners 331">
            <a:extLst>
              <a:ext uri="{FF2B5EF4-FFF2-40B4-BE49-F238E27FC236}">
                <a16:creationId xmlns:a16="http://schemas.microsoft.com/office/drawing/2014/main" id="{800B51B3-24FE-86BC-CF4B-5632FA00A54F}"/>
              </a:ext>
            </a:extLst>
          </p:cNvPr>
          <p:cNvSpPr/>
          <p:nvPr/>
        </p:nvSpPr>
        <p:spPr>
          <a:xfrm>
            <a:off x="9367180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3" name="Rectangle: Rounded Corners 332">
            <a:extLst>
              <a:ext uri="{FF2B5EF4-FFF2-40B4-BE49-F238E27FC236}">
                <a16:creationId xmlns:a16="http://schemas.microsoft.com/office/drawing/2014/main" id="{4C7B5D65-3032-E2C0-0621-961F5C2D900F}"/>
              </a:ext>
            </a:extLst>
          </p:cNvPr>
          <p:cNvSpPr/>
          <p:nvPr/>
        </p:nvSpPr>
        <p:spPr>
          <a:xfrm>
            <a:off x="9996194" y="408377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547DF074-35E4-4CC2-77EB-157B0D4844DA}"/>
              </a:ext>
            </a:extLst>
          </p:cNvPr>
          <p:cNvSpPr/>
          <p:nvPr/>
        </p:nvSpPr>
        <p:spPr>
          <a:xfrm>
            <a:off x="1189998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6" name="Rectangle: Rounded Corners 335">
            <a:extLst>
              <a:ext uri="{FF2B5EF4-FFF2-40B4-BE49-F238E27FC236}">
                <a16:creationId xmlns:a16="http://schemas.microsoft.com/office/drawing/2014/main" id="{937B0D35-6FFE-4623-D2FC-62C3D32F176D}"/>
              </a:ext>
            </a:extLst>
          </p:cNvPr>
          <p:cNvSpPr/>
          <p:nvPr/>
        </p:nvSpPr>
        <p:spPr>
          <a:xfrm>
            <a:off x="10625205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7" name="Rectangle: Rounded Corners 336">
            <a:extLst>
              <a:ext uri="{FF2B5EF4-FFF2-40B4-BE49-F238E27FC236}">
                <a16:creationId xmlns:a16="http://schemas.microsoft.com/office/drawing/2014/main" id="{320A34CC-AA59-868E-FCE7-3867521BFA4F}"/>
              </a:ext>
            </a:extLst>
          </p:cNvPr>
          <p:cNvSpPr/>
          <p:nvPr/>
        </p:nvSpPr>
        <p:spPr>
          <a:xfrm>
            <a:off x="1819012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6A242BCC-B546-6382-F64A-570DC23F1F5F}"/>
              </a:ext>
            </a:extLst>
          </p:cNvPr>
          <p:cNvSpPr/>
          <p:nvPr/>
        </p:nvSpPr>
        <p:spPr>
          <a:xfrm>
            <a:off x="2448026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183B91E8-3570-CBA4-BEAE-93A8C028C078}"/>
              </a:ext>
            </a:extLst>
          </p:cNvPr>
          <p:cNvSpPr/>
          <p:nvPr/>
        </p:nvSpPr>
        <p:spPr>
          <a:xfrm>
            <a:off x="3077040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0" name="Rectangle: Rounded Corners 339">
            <a:extLst>
              <a:ext uri="{FF2B5EF4-FFF2-40B4-BE49-F238E27FC236}">
                <a16:creationId xmlns:a16="http://schemas.microsoft.com/office/drawing/2014/main" id="{4DF65582-036B-7DEC-2555-F335571AD236}"/>
              </a:ext>
            </a:extLst>
          </p:cNvPr>
          <p:cNvSpPr/>
          <p:nvPr/>
        </p:nvSpPr>
        <p:spPr>
          <a:xfrm>
            <a:off x="3706054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169C0DBD-ADBD-3B48-314A-7ABA06F6B55F}"/>
              </a:ext>
            </a:extLst>
          </p:cNvPr>
          <p:cNvSpPr/>
          <p:nvPr/>
        </p:nvSpPr>
        <p:spPr>
          <a:xfrm>
            <a:off x="4335068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01E54753-76DE-F9C4-5420-383D1CB70B46}"/>
              </a:ext>
            </a:extLst>
          </p:cNvPr>
          <p:cNvSpPr/>
          <p:nvPr/>
        </p:nvSpPr>
        <p:spPr>
          <a:xfrm>
            <a:off x="4964082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A7340229-4B2D-BA6F-E462-44D85827F15A}"/>
              </a:ext>
            </a:extLst>
          </p:cNvPr>
          <p:cNvSpPr/>
          <p:nvPr/>
        </p:nvSpPr>
        <p:spPr>
          <a:xfrm>
            <a:off x="5593096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8119B8B6-AB4A-FD75-7B1A-0F59F6ADACA8}"/>
              </a:ext>
            </a:extLst>
          </p:cNvPr>
          <p:cNvSpPr/>
          <p:nvPr/>
        </p:nvSpPr>
        <p:spPr>
          <a:xfrm>
            <a:off x="6222110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E80453D8-34EF-9369-1414-D386A518A48C}"/>
              </a:ext>
            </a:extLst>
          </p:cNvPr>
          <p:cNvSpPr/>
          <p:nvPr/>
        </p:nvSpPr>
        <p:spPr>
          <a:xfrm>
            <a:off x="6851124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DCDD8C2E-FCCA-36A0-B1C4-7D6094FD08C6}"/>
              </a:ext>
            </a:extLst>
          </p:cNvPr>
          <p:cNvSpPr/>
          <p:nvPr/>
        </p:nvSpPr>
        <p:spPr>
          <a:xfrm>
            <a:off x="7480138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9DF9536A-BAE7-6641-6985-D3B757BCF051}"/>
              </a:ext>
            </a:extLst>
          </p:cNvPr>
          <p:cNvSpPr/>
          <p:nvPr/>
        </p:nvSpPr>
        <p:spPr>
          <a:xfrm>
            <a:off x="8109152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6899C625-AF68-9599-075B-CFBD4F5FF92B}"/>
              </a:ext>
            </a:extLst>
          </p:cNvPr>
          <p:cNvSpPr/>
          <p:nvPr/>
        </p:nvSpPr>
        <p:spPr>
          <a:xfrm>
            <a:off x="8738166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49" name="Rectangle: Rounded Corners 348">
            <a:extLst>
              <a:ext uri="{FF2B5EF4-FFF2-40B4-BE49-F238E27FC236}">
                <a16:creationId xmlns:a16="http://schemas.microsoft.com/office/drawing/2014/main" id="{3F70717E-4E73-4026-47C1-9E4662D0BD6D}"/>
              </a:ext>
            </a:extLst>
          </p:cNvPr>
          <p:cNvSpPr/>
          <p:nvPr/>
        </p:nvSpPr>
        <p:spPr>
          <a:xfrm>
            <a:off x="9367180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0" name="Rectangle: Rounded Corners 349">
            <a:extLst>
              <a:ext uri="{FF2B5EF4-FFF2-40B4-BE49-F238E27FC236}">
                <a16:creationId xmlns:a16="http://schemas.microsoft.com/office/drawing/2014/main" id="{87CE14BD-0886-4A0E-4A4F-BA84714688B7}"/>
              </a:ext>
            </a:extLst>
          </p:cNvPr>
          <p:cNvSpPr/>
          <p:nvPr/>
        </p:nvSpPr>
        <p:spPr>
          <a:xfrm>
            <a:off x="9996194" y="4364271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031829FC-CDA1-28CA-BE75-324B76BC0357}"/>
              </a:ext>
            </a:extLst>
          </p:cNvPr>
          <p:cNvSpPr/>
          <p:nvPr/>
        </p:nvSpPr>
        <p:spPr>
          <a:xfrm>
            <a:off x="1189998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18155CA6-37FD-C8A4-1F5C-D8F70B8C9ED5}"/>
              </a:ext>
            </a:extLst>
          </p:cNvPr>
          <p:cNvSpPr/>
          <p:nvPr/>
        </p:nvSpPr>
        <p:spPr>
          <a:xfrm>
            <a:off x="10625205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BEBDB8DD-A34C-10C3-71BE-BAB0791CA9A7}"/>
              </a:ext>
            </a:extLst>
          </p:cNvPr>
          <p:cNvSpPr/>
          <p:nvPr/>
        </p:nvSpPr>
        <p:spPr>
          <a:xfrm>
            <a:off x="1819012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9ECDBE6E-9695-A931-1069-728499A74E47}"/>
              </a:ext>
            </a:extLst>
          </p:cNvPr>
          <p:cNvSpPr/>
          <p:nvPr/>
        </p:nvSpPr>
        <p:spPr>
          <a:xfrm>
            <a:off x="2448026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6" name="Rectangle: Rounded Corners 355">
            <a:extLst>
              <a:ext uri="{FF2B5EF4-FFF2-40B4-BE49-F238E27FC236}">
                <a16:creationId xmlns:a16="http://schemas.microsoft.com/office/drawing/2014/main" id="{72F1EC6E-85DA-A5F5-2A4A-5D156710FFBF}"/>
              </a:ext>
            </a:extLst>
          </p:cNvPr>
          <p:cNvSpPr/>
          <p:nvPr/>
        </p:nvSpPr>
        <p:spPr>
          <a:xfrm>
            <a:off x="3077040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7" name="Rectangle: Rounded Corners 356">
            <a:extLst>
              <a:ext uri="{FF2B5EF4-FFF2-40B4-BE49-F238E27FC236}">
                <a16:creationId xmlns:a16="http://schemas.microsoft.com/office/drawing/2014/main" id="{9B1E9842-27D2-40CF-2625-0587319D2AD3}"/>
              </a:ext>
            </a:extLst>
          </p:cNvPr>
          <p:cNvSpPr/>
          <p:nvPr/>
        </p:nvSpPr>
        <p:spPr>
          <a:xfrm>
            <a:off x="3706054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8" name="Rectangle: Rounded Corners 357">
            <a:extLst>
              <a:ext uri="{FF2B5EF4-FFF2-40B4-BE49-F238E27FC236}">
                <a16:creationId xmlns:a16="http://schemas.microsoft.com/office/drawing/2014/main" id="{FFC3BB5F-F230-9AFD-15ED-88E9261218B6}"/>
              </a:ext>
            </a:extLst>
          </p:cNvPr>
          <p:cNvSpPr/>
          <p:nvPr/>
        </p:nvSpPr>
        <p:spPr>
          <a:xfrm>
            <a:off x="4335068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59" name="Rectangle: Rounded Corners 358">
            <a:extLst>
              <a:ext uri="{FF2B5EF4-FFF2-40B4-BE49-F238E27FC236}">
                <a16:creationId xmlns:a16="http://schemas.microsoft.com/office/drawing/2014/main" id="{408E89D1-17AE-4D61-7F65-7EE0E7A55BC2}"/>
              </a:ext>
            </a:extLst>
          </p:cNvPr>
          <p:cNvSpPr/>
          <p:nvPr/>
        </p:nvSpPr>
        <p:spPr>
          <a:xfrm>
            <a:off x="4964082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188F11A9-2A7A-0307-F6F7-F7B9FA54A6A6}"/>
              </a:ext>
            </a:extLst>
          </p:cNvPr>
          <p:cNvSpPr/>
          <p:nvPr/>
        </p:nvSpPr>
        <p:spPr>
          <a:xfrm>
            <a:off x="5593096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1" name="Rectangle: Rounded Corners 360">
            <a:extLst>
              <a:ext uri="{FF2B5EF4-FFF2-40B4-BE49-F238E27FC236}">
                <a16:creationId xmlns:a16="http://schemas.microsoft.com/office/drawing/2014/main" id="{49624C97-6423-8D13-4319-017CEF6632C2}"/>
              </a:ext>
            </a:extLst>
          </p:cNvPr>
          <p:cNvSpPr/>
          <p:nvPr/>
        </p:nvSpPr>
        <p:spPr>
          <a:xfrm>
            <a:off x="6222110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2" name="Rectangle: Rounded Corners 361">
            <a:extLst>
              <a:ext uri="{FF2B5EF4-FFF2-40B4-BE49-F238E27FC236}">
                <a16:creationId xmlns:a16="http://schemas.microsoft.com/office/drawing/2014/main" id="{A4471BB0-100E-1451-2D1D-19C4614199F4}"/>
              </a:ext>
            </a:extLst>
          </p:cNvPr>
          <p:cNvSpPr/>
          <p:nvPr/>
        </p:nvSpPr>
        <p:spPr>
          <a:xfrm>
            <a:off x="6851124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3" name="Rectangle: Rounded Corners 362">
            <a:extLst>
              <a:ext uri="{FF2B5EF4-FFF2-40B4-BE49-F238E27FC236}">
                <a16:creationId xmlns:a16="http://schemas.microsoft.com/office/drawing/2014/main" id="{F6706A69-B371-7D4C-96DD-0B83B6DD4F06}"/>
              </a:ext>
            </a:extLst>
          </p:cNvPr>
          <p:cNvSpPr/>
          <p:nvPr/>
        </p:nvSpPr>
        <p:spPr>
          <a:xfrm>
            <a:off x="7480138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4" name="Rectangle: Rounded Corners 363">
            <a:extLst>
              <a:ext uri="{FF2B5EF4-FFF2-40B4-BE49-F238E27FC236}">
                <a16:creationId xmlns:a16="http://schemas.microsoft.com/office/drawing/2014/main" id="{1992A3C1-C0B3-1B51-8052-4CE1B3B9172F}"/>
              </a:ext>
            </a:extLst>
          </p:cNvPr>
          <p:cNvSpPr/>
          <p:nvPr/>
        </p:nvSpPr>
        <p:spPr>
          <a:xfrm>
            <a:off x="8109152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5" name="Rectangle: Rounded Corners 364">
            <a:extLst>
              <a:ext uri="{FF2B5EF4-FFF2-40B4-BE49-F238E27FC236}">
                <a16:creationId xmlns:a16="http://schemas.microsoft.com/office/drawing/2014/main" id="{541D1CEE-6A57-C3F8-FCDC-71C958EC6E22}"/>
              </a:ext>
            </a:extLst>
          </p:cNvPr>
          <p:cNvSpPr/>
          <p:nvPr/>
        </p:nvSpPr>
        <p:spPr>
          <a:xfrm>
            <a:off x="8738166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FBDFBD28-48B5-D2F5-196B-7FCCCE89A2A6}"/>
              </a:ext>
            </a:extLst>
          </p:cNvPr>
          <p:cNvSpPr/>
          <p:nvPr/>
        </p:nvSpPr>
        <p:spPr>
          <a:xfrm>
            <a:off x="9367180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FC6890F3-6E23-68A5-B0E3-8D549E597130}"/>
              </a:ext>
            </a:extLst>
          </p:cNvPr>
          <p:cNvSpPr/>
          <p:nvPr/>
        </p:nvSpPr>
        <p:spPr>
          <a:xfrm>
            <a:off x="9996194" y="4644765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4A7EAF5B-2DAB-A7CA-A553-468631D629F2}"/>
              </a:ext>
            </a:extLst>
          </p:cNvPr>
          <p:cNvSpPr/>
          <p:nvPr/>
        </p:nvSpPr>
        <p:spPr>
          <a:xfrm>
            <a:off x="1189998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0" name="Rectangle: Rounded Corners 369">
            <a:extLst>
              <a:ext uri="{FF2B5EF4-FFF2-40B4-BE49-F238E27FC236}">
                <a16:creationId xmlns:a16="http://schemas.microsoft.com/office/drawing/2014/main" id="{9F6644DC-3509-6BFE-50D7-87E81EEA4745}"/>
              </a:ext>
            </a:extLst>
          </p:cNvPr>
          <p:cNvSpPr/>
          <p:nvPr/>
        </p:nvSpPr>
        <p:spPr>
          <a:xfrm>
            <a:off x="10625205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1" name="Rectangle: Rounded Corners 370">
            <a:extLst>
              <a:ext uri="{FF2B5EF4-FFF2-40B4-BE49-F238E27FC236}">
                <a16:creationId xmlns:a16="http://schemas.microsoft.com/office/drawing/2014/main" id="{67B59C50-225C-9590-B84A-1740BA668924}"/>
              </a:ext>
            </a:extLst>
          </p:cNvPr>
          <p:cNvSpPr/>
          <p:nvPr/>
        </p:nvSpPr>
        <p:spPr>
          <a:xfrm>
            <a:off x="1819012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2" name="Rectangle: Rounded Corners 371">
            <a:extLst>
              <a:ext uri="{FF2B5EF4-FFF2-40B4-BE49-F238E27FC236}">
                <a16:creationId xmlns:a16="http://schemas.microsoft.com/office/drawing/2014/main" id="{9F8D905A-AC22-A84F-C352-84970EC5BE33}"/>
              </a:ext>
            </a:extLst>
          </p:cNvPr>
          <p:cNvSpPr/>
          <p:nvPr/>
        </p:nvSpPr>
        <p:spPr>
          <a:xfrm>
            <a:off x="2448026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3" name="Rectangle: Rounded Corners 372">
            <a:extLst>
              <a:ext uri="{FF2B5EF4-FFF2-40B4-BE49-F238E27FC236}">
                <a16:creationId xmlns:a16="http://schemas.microsoft.com/office/drawing/2014/main" id="{CBFA62C3-70AA-419B-AC76-F6D8C8F14BFF}"/>
              </a:ext>
            </a:extLst>
          </p:cNvPr>
          <p:cNvSpPr/>
          <p:nvPr/>
        </p:nvSpPr>
        <p:spPr>
          <a:xfrm>
            <a:off x="3077040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4" name="Rectangle: Rounded Corners 373">
            <a:extLst>
              <a:ext uri="{FF2B5EF4-FFF2-40B4-BE49-F238E27FC236}">
                <a16:creationId xmlns:a16="http://schemas.microsoft.com/office/drawing/2014/main" id="{15AAEDC4-C0C7-1D79-718E-63EAE11ADB6C}"/>
              </a:ext>
            </a:extLst>
          </p:cNvPr>
          <p:cNvSpPr/>
          <p:nvPr/>
        </p:nvSpPr>
        <p:spPr>
          <a:xfrm>
            <a:off x="3706054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5" name="Rectangle: Rounded Corners 374">
            <a:extLst>
              <a:ext uri="{FF2B5EF4-FFF2-40B4-BE49-F238E27FC236}">
                <a16:creationId xmlns:a16="http://schemas.microsoft.com/office/drawing/2014/main" id="{CB5C5458-EBBC-6A8A-7FB3-58B3B59D430F}"/>
              </a:ext>
            </a:extLst>
          </p:cNvPr>
          <p:cNvSpPr/>
          <p:nvPr/>
        </p:nvSpPr>
        <p:spPr>
          <a:xfrm>
            <a:off x="4335068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6" name="Rectangle: Rounded Corners 375">
            <a:extLst>
              <a:ext uri="{FF2B5EF4-FFF2-40B4-BE49-F238E27FC236}">
                <a16:creationId xmlns:a16="http://schemas.microsoft.com/office/drawing/2014/main" id="{71F29A4A-3B26-06DB-767D-63C622D21522}"/>
              </a:ext>
            </a:extLst>
          </p:cNvPr>
          <p:cNvSpPr/>
          <p:nvPr/>
        </p:nvSpPr>
        <p:spPr>
          <a:xfrm>
            <a:off x="4964082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7" name="Rectangle: Rounded Corners 376">
            <a:extLst>
              <a:ext uri="{FF2B5EF4-FFF2-40B4-BE49-F238E27FC236}">
                <a16:creationId xmlns:a16="http://schemas.microsoft.com/office/drawing/2014/main" id="{3266F440-6053-0C1F-A144-FF6898EF78AA}"/>
              </a:ext>
            </a:extLst>
          </p:cNvPr>
          <p:cNvSpPr/>
          <p:nvPr/>
        </p:nvSpPr>
        <p:spPr>
          <a:xfrm>
            <a:off x="5593096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8" name="Rectangle: Rounded Corners 377">
            <a:extLst>
              <a:ext uri="{FF2B5EF4-FFF2-40B4-BE49-F238E27FC236}">
                <a16:creationId xmlns:a16="http://schemas.microsoft.com/office/drawing/2014/main" id="{30FBD30B-64C5-0550-2ADF-CA95BC2EC444}"/>
              </a:ext>
            </a:extLst>
          </p:cNvPr>
          <p:cNvSpPr/>
          <p:nvPr/>
        </p:nvSpPr>
        <p:spPr>
          <a:xfrm>
            <a:off x="6222110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79" name="Rectangle: Rounded Corners 378">
            <a:extLst>
              <a:ext uri="{FF2B5EF4-FFF2-40B4-BE49-F238E27FC236}">
                <a16:creationId xmlns:a16="http://schemas.microsoft.com/office/drawing/2014/main" id="{FAA946E9-0B46-2889-9164-4416993153FB}"/>
              </a:ext>
            </a:extLst>
          </p:cNvPr>
          <p:cNvSpPr/>
          <p:nvPr/>
        </p:nvSpPr>
        <p:spPr>
          <a:xfrm>
            <a:off x="6851124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0" name="Rectangle: Rounded Corners 379">
            <a:extLst>
              <a:ext uri="{FF2B5EF4-FFF2-40B4-BE49-F238E27FC236}">
                <a16:creationId xmlns:a16="http://schemas.microsoft.com/office/drawing/2014/main" id="{DA2A455E-DF3D-364D-1EBA-0CC067F9ADBD}"/>
              </a:ext>
            </a:extLst>
          </p:cNvPr>
          <p:cNvSpPr/>
          <p:nvPr/>
        </p:nvSpPr>
        <p:spPr>
          <a:xfrm>
            <a:off x="7480138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D737BDD9-4C6D-BB8E-7383-6B0C61EE1EDF}"/>
              </a:ext>
            </a:extLst>
          </p:cNvPr>
          <p:cNvSpPr/>
          <p:nvPr/>
        </p:nvSpPr>
        <p:spPr>
          <a:xfrm>
            <a:off x="8109152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1C1548FD-5E9B-9766-3C95-B873152A932D}"/>
              </a:ext>
            </a:extLst>
          </p:cNvPr>
          <p:cNvSpPr/>
          <p:nvPr/>
        </p:nvSpPr>
        <p:spPr>
          <a:xfrm>
            <a:off x="8738166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3" name="Rectangle: Rounded Corners 382">
            <a:extLst>
              <a:ext uri="{FF2B5EF4-FFF2-40B4-BE49-F238E27FC236}">
                <a16:creationId xmlns:a16="http://schemas.microsoft.com/office/drawing/2014/main" id="{A52E72A1-22A1-78BD-7E5C-6676531B078D}"/>
              </a:ext>
            </a:extLst>
          </p:cNvPr>
          <p:cNvSpPr/>
          <p:nvPr/>
        </p:nvSpPr>
        <p:spPr>
          <a:xfrm>
            <a:off x="9367180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4" name="Rectangle: Rounded Corners 383">
            <a:extLst>
              <a:ext uri="{FF2B5EF4-FFF2-40B4-BE49-F238E27FC236}">
                <a16:creationId xmlns:a16="http://schemas.microsoft.com/office/drawing/2014/main" id="{1CF6FC76-E453-DD28-8023-16BB046646A8}"/>
              </a:ext>
            </a:extLst>
          </p:cNvPr>
          <p:cNvSpPr/>
          <p:nvPr/>
        </p:nvSpPr>
        <p:spPr>
          <a:xfrm>
            <a:off x="9996194" y="4925259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6" name="Rectangle: Rounded Corners 385">
            <a:extLst>
              <a:ext uri="{FF2B5EF4-FFF2-40B4-BE49-F238E27FC236}">
                <a16:creationId xmlns:a16="http://schemas.microsoft.com/office/drawing/2014/main" id="{0AD0FA33-40C2-D3C1-FE5A-01065ECAA0AB}"/>
              </a:ext>
            </a:extLst>
          </p:cNvPr>
          <p:cNvSpPr/>
          <p:nvPr/>
        </p:nvSpPr>
        <p:spPr>
          <a:xfrm>
            <a:off x="1189998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7" name="Rectangle: Rounded Corners 386">
            <a:extLst>
              <a:ext uri="{FF2B5EF4-FFF2-40B4-BE49-F238E27FC236}">
                <a16:creationId xmlns:a16="http://schemas.microsoft.com/office/drawing/2014/main" id="{1EFDB751-0B74-65F8-7A12-325913580287}"/>
              </a:ext>
            </a:extLst>
          </p:cNvPr>
          <p:cNvSpPr/>
          <p:nvPr/>
        </p:nvSpPr>
        <p:spPr>
          <a:xfrm>
            <a:off x="10625205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7B5433A7-9AA2-527F-AD5C-BF2D3C68C164}"/>
              </a:ext>
            </a:extLst>
          </p:cNvPr>
          <p:cNvSpPr/>
          <p:nvPr/>
        </p:nvSpPr>
        <p:spPr>
          <a:xfrm>
            <a:off x="1819012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89" name="Rectangle: Rounded Corners 388">
            <a:extLst>
              <a:ext uri="{FF2B5EF4-FFF2-40B4-BE49-F238E27FC236}">
                <a16:creationId xmlns:a16="http://schemas.microsoft.com/office/drawing/2014/main" id="{A62E25BF-AFF0-93C6-9422-E236A47A846B}"/>
              </a:ext>
            </a:extLst>
          </p:cNvPr>
          <p:cNvSpPr/>
          <p:nvPr/>
        </p:nvSpPr>
        <p:spPr>
          <a:xfrm>
            <a:off x="2448026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0" name="Rectangle: Rounded Corners 389">
            <a:extLst>
              <a:ext uri="{FF2B5EF4-FFF2-40B4-BE49-F238E27FC236}">
                <a16:creationId xmlns:a16="http://schemas.microsoft.com/office/drawing/2014/main" id="{34F46E5A-4E5E-29FA-7443-53C7DC4EE6C1}"/>
              </a:ext>
            </a:extLst>
          </p:cNvPr>
          <p:cNvSpPr/>
          <p:nvPr/>
        </p:nvSpPr>
        <p:spPr>
          <a:xfrm>
            <a:off x="3077040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1" name="Rectangle: Rounded Corners 390">
            <a:extLst>
              <a:ext uri="{FF2B5EF4-FFF2-40B4-BE49-F238E27FC236}">
                <a16:creationId xmlns:a16="http://schemas.microsoft.com/office/drawing/2014/main" id="{5C0FA244-567A-63AF-9C9B-209E806D53D1}"/>
              </a:ext>
            </a:extLst>
          </p:cNvPr>
          <p:cNvSpPr/>
          <p:nvPr/>
        </p:nvSpPr>
        <p:spPr>
          <a:xfrm>
            <a:off x="3706054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2" name="Rectangle: Rounded Corners 391">
            <a:extLst>
              <a:ext uri="{FF2B5EF4-FFF2-40B4-BE49-F238E27FC236}">
                <a16:creationId xmlns:a16="http://schemas.microsoft.com/office/drawing/2014/main" id="{1C99E846-F06F-B1B7-B49C-5280019FC83B}"/>
              </a:ext>
            </a:extLst>
          </p:cNvPr>
          <p:cNvSpPr/>
          <p:nvPr/>
        </p:nvSpPr>
        <p:spPr>
          <a:xfrm>
            <a:off x="4335068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3" name="Rectangle: Rounded Corners 392">
            <a:extLst>
              <a:ext uri="{FF2B5EF4-FFF2-40B4-BE49-F238E27FC236}">
                <a16:creationId xmlns:a16="http://schemas.microsoft.com/office/drawing/2014/main" id="{88689DF8-23D0-D010-9AFF-AADB693DCEF7}"/>
              </a:ext>
            </a:extLst>
          </p:cNvPr>
          <p:cNvSpPr/>
          <p:nvPr/>
        </p:nvSpPr>
        <p:spPr>
          <a:xfrm>
            <a:off x="4964082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4" name="Rectangle: Rounded Corners 393">
            <a:extLst>
              <a:ext uri="{FF2B5EF4-FFF2-40B4-BE49-F238E27FC236}">
                <a16:creationId xmlns:a16="http://schemas.microsoft.com/office/drawing/2014/main" id="{7C4F7CDA-1FBB-CE2B-6250-A1BC617B0C3E}"/>
              </a:ext>
            </a:extLst>
          </p:cNvPr>
          <p:cNvSpPr/>
          <p:nvPr/>
        </p:nvSpPr>
        <p:spPr>
          <a:xfrm>
            <a:off x="5593096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5" name="Rectangle: Rounded Corners 394">
            <a:extLst>
              <a:ext uri="{FF2B5EF4-FFF2-40B4-BE49-F238E27FC236}">
                <a16:creationId xmlns:a16="http://schemas.microsoft.com/office/drawing/2014/main" id="{81C52F05-7841-30D1-95C7-E5F74BB55EDD}"/>
              </a:ext>
            </a:extLst>
          </p:cNvPr>
          <p:cNvSpPr/>
          <p:nvPr/>
        </p:nvSpPr>
        <p:spPr>
          <a:xfrm>
            <a:off x="6222110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6" name="Rectangle: Rounded Corners 395">
            <a:extLst>
              <a:ext uri="{FF2B5EF4-FFF2-40B4-BE49-F238E27FC236}">
                <a16:creationId xmlns:a16="http://schemas.microsoft.com/office/drawing/2014/main" id="{0A9825F9-C006-C62C-0FD3-669F516570EF}"/>
              </a:ext>
            </a:extLst>
          </p:cNvPr>
          <p:cNvSpPr/>
          <p:nvPr/>
        </p:nvSpPr>
        <p:spPr>
          <a:xfrm>
            <a:off x="6851124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7" name="Rectangle: Rounded Corners 396">
            <a:extLst>
              <a:ext uri="{FF2B5EF4-FFF2-40B4-BE49-F238E27FC236}">
                <a16:creationId xmlns:a16="http://schemas.microsoft.com/office/drawing/2014/main" id="{E9B75ACA-107B-7EF3-DC83-E234D3FAD101}"/>
              </a:ext>
            </a:extLst>
          </p:cNvPr>
          <p:cNvSpPr/>
          <p:nvPr/>
        </p:nvSpPr>
        <p:spPr>
          <a:xfrm>
            <a:off x="7480138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8" name="Rectangle: Rounded Corners 397">
            <a:extLst>
              <a:ext uri="{FF2B5EF4-FFF2-40B4-BE49-F238E27FC236}">
                <a16:creationId xmlns:a16="http://schemas.microsoft.com/office/drawing/2014/main" id="{A966621E-AD13-40C1-578A-39D35A9704BE}"/>
              </a:ext>
            </a:extLst>
          </p:cNvPr>
          <p:cNvSpPr/>
          <p:nvPr/>
        </p:nvSpPr>
        <p:spPr>
          <a:xfrm>
            <a:off x="8109152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399" name="Rectangle: Rounded Corners 398">
            <a:extLst>
              <a:ext uri="{FF2B5EF4-FFF2-40B4-BE49-F238E27FC236}">
                <a16:creationId xmlns:a16="http://schemas.microsoft.com/office/drawing/2014/main" id="{21E55DAF-8B0F-1CC8-47E7-DDC33ECB1303}"/>
              </a:ext>
            </a:extLst>
          </p:cNvPr>
          <p:cNvSpPr/>
          <p:nvPr/>
        </p:nvSpPr>
        <p:spPr>
          <a:xfrm>
            <a:off x="8738166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CAD52849-5DF5-FAE5-18D1-90730210E6C3}"/>
              </a:ext>
            </a:extLst>
          </p:cNvPr>
          <p:cNvSpPr/>
          <p:nvPr/>
        </p:nvSpPr>
        <p:spPr>
          <a:xfrm>
            <a:off x="9367180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8768A141-4DBE-18D8-4BA9-98C5F3B48918}"/>
              </a:ext>
            </a:extLst>
          </p:cNvPr>
          <p:cNvSpPr/>
          <p:nvPr/>
        </p:nvSpPr>
        <p:spPr>
          <a:xfrm>
            <a:off x="9996194" y="5205757"/>
            <a:ext cx="226800" cy="11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80000" rIns="216000" bIns="180000" rtlCol="0" anchor="t" anchorCtr="0"/>
          <a:lstStyle/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CA" sz="16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T Norms Pro" panose="0200050303000002000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C8CFD-BD23-3BA0-DC58-5F3A0A877F9B}"/>
              </a:ext>
            </a:extLst>
          </p:cNvPr>
          <p:cNvSpPr txBox="1"/>
          <p:nvPr/>
        </p:nvSpPr>
        <p:spPr>
          <a:xfrm>
            <a:off x="81881" y="1465564"/>
            <a:ext cx="9144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tabLst/>
              <a:defRPr/>
            </a:pPr>
            <a:r>
              <a:rPr lang="en-CA" sz="1600" dirty="0">
                <a:solidFill>
                  <a:srgbClr val="000000"/>
                </a:solidFill>
                <a:latin typeface="TT Norms Pro"/>
              </a:rPr>
              <a:t>Acetic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tabLst/>
              <a:defRPr/>
            </a:pPr>
            <a:r>
              <a:rPr lang="en-CA" sz="1600" dirty="0">
                <a:solidFill>
                  <a:srgbClr val="000000"/>
                </a:solidFill>
                <a:latin typeface="TT Norms Pro"/>
              </a:rPr>
              <a:t>Na </a:t>
            </a:r>
            <a:r>
              <a:rPr lang="en-CA" sz="1600" dirty="0" err="1">
                <a:solidFill>
                  <a:srgbClr val="000000"/>
                </a:solidFill>
                <a:latin typeface="TT Norms Pro"/>
              </a:rPr>
              <a:t>Acitate</a:t>
            </a:r>
            <a:endParaRPr lang="en-CA" sz="1600" dirty="0">
              <a:solidFill>
                <a:srgbClr val="000000"/>
              </a:solidFill>
              <a:latin typeface="TT Norms Pro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tabLst/>
              <a:defRPr/>
            </a:pPr>
            <a:r>
              <a:rPr lang="en-CA" sz="1600" dirty="0">
                <a:solidFill>
                  <a:srgbClr val="000000"/>
                </a:solidFill>
                <a:latin typeface="TT Norms Pro"/>
              </a:rPr>
              <a:t>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AAB84-425E-C1F0-7441-73E143D52F49}"/>
              </a:ext>
            </a:extLst>
          </p:cNvPr>
          <p:cNvSpPr txBox="1"/>
          <p:nvPr/>
        </p:nvSpPr>
        <p:spPr>
          <a:xfrm>
            <a:off x="206477" y="1150374"/>
            <a:ext cx="9144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269875" indent="-269875" algn="l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200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artorius">
  <a:themeElements>
    <a:clrScheme name="Custom 41">
      <a:dk1>
        <a:srgbClr val="000000"/>
      </a:dk1>
      <a:lt1>
        <a:srgbClr val="FFFFFF"/>
      </a:lt1>
      <a:dk2>
        <a:srgbClr val="000000"/>
      </a:dk2>
      <a:lt2>
        <a:srgbClr val="FFED00"/>
      </a:lt2>
      <a:accent1>
        <a:srgbClr val="EDEDED"/>
      </a:accent1>
      <a:accent2>
        <a:srgbClr val="DADADA"/>
      </a:accent2>
      <a:accent3>
        <a:srgbClr val="C6C6C6"/>
      </a:accent3>
      <a:accent4>
        <a:srgbClr val="B2B2B2"/>
      </a:accent4>
      <a:accent5>
        <a:srgbClr val="9D9D9D"/>
      </a:accent5>
      <a:accent6>
        <a:srgbClr val="878787"/>
      </a:accent6>
      <a:hlink>
        <a:srgbClr val="000000"/>
      </a:hlink>
      <a:folHlink>
        <a:srgbClr val="000000"/>
      </a:folHlink>
    </a:clrScheme>
    <a:fontScheme name="Satorius_nu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216000" tIns="180000" rIns="216000" bIns="180000" rtlCol="0" anchor="t" anchorCtr="0"/>
      <a:lstStyle>
        <a:defPPr marL="269875" indent="-269875" algn="l">
          <a:spcAft>
            <a:spcPts val="800"/>
          </a:spcAft>
          <a:buClr>
            <a:schemeClr val="tx1"/>
          </a:buClr>
          <a:buFont typeface="Wingdings" pitchFamily="2" charset="2"/>
          <a:buChar char="§"/>
          <a:defRPr sz="1600" dirty="0" err="1">
            <a:solidFill>
              <a:schemeClr val="tx1"/>
            </a:solidFill>
            <a:latin typeface="TT Norms Pro" panose="02000503030000020003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marL="269875" indent="-269875" algn="l">
          <a:buClr>
            <a:schemeClr val="tx2"/>
          </a:buClr>
          <a:buSzPct val="100000"/>
          <a:buFont typeface="Wingdings" pitchFamily="2" charset="2"/>
          <a:buChar char="§"/>
          <a:defRPr sz="1600" dirty="0" smtClean="0"/>
        </a:defPPr>
      </a:lstStyle>
    </a:txDef>
  </a:objectDefaults>
  <a:extraClrSchemeLst/>
  <a:custClrLst>
    <a:custClr name="Grey1">
      <a:srgbClr val="EDEDED"/>
    </a:custClr>
    <a:custClr name="Grey2">
      <a:srgbClr val="DADADA"/>
    </a:custClr>
    <a:custClr name="Grey3">
      <a:srgbClr val="C6C6C6"/>
    </a:custClr>
    <a:custClr name="Grey4">
      <a:srgbClr val="B2B2B2"/>
    </a:custClr>
    <a:custClr name="Grey5">
      <a:srgbClr val="9D9D9D"/>
    </a:custClr>
    <a:custClr name="Grey6">
      <a:srgbClr val="878787"/>
    </a:custClr>
    <a:custClr name="Grey7">
      <a:srgbClr val="6F6F6F"/>
    </a:custClr>
    <a:custClr name="Grey8">
      <a:srgbClr val="575757"/>
    </a:custClr>
    <a:custClr name="Grey9">
      <a:srgbClr val="3C3C3C"/>
    </a:custClr>
    <a:custClr name="Teal">
      <a:srgbClr val="00B9BE"/>
    </a:custClr>
    <a:custClr name="Tertiary 1">
      <a:srgbClr val="00B9BE"/>
    </a:custClr>
    <a:custClr name="Tertiary 2">
      <a:srgbClr val="E6007D"/>
    </a:custClr>
    <a:custClr name="Tertiary 3">
      <a:srgbClr val="00A0E6"/>
    </a:custClr>
    <a:custClr name="Tertiary 4">
      <a:srgbClr val="961982"/>
    </a:custClr>
    <a:custClr name="Tertiary 5">
      <a:srgbClr val="0069BE"/>
    </a:custClr>
    <a:custClr name="Tertiary 6">
      <a:srgbClr val="F06EA5"/>
    </a:custClr>
    <a:custClr name="Tertiary 7">
      <a:srgbClr val="008796"/>
    </a:custClr>
    <a:custClr name="Tertiary 8">
      <a:srgbClr val="462882"/>
    </a:custClr>
    <a:custClr name="Tertiary 9">
      <a:srgbClr val="AF5523"/>
    </a:custClr>
    <a:custClr name="Tertiary 10">
      <a:srgbClr val="F59100"/>
    </a:custClr>
    <a:custClr name="Red">
      <a:srgbClr val="E60046"/>
    </a:custClr>
    <a:custClr name="Yellow">
      <a:srgbClr val="FFED00"/>
    </a:custClr>
    <a:custClr name="Green">
      <a:srgbClr val="00AA46"/>
    </a:custClr>
  </a:custClrLst>
  <a:extLst>
    <a:ext uri="{05A4C25C-085E-4340-85A3-A5531E510DB2}">
      <thm15:themeFamily xmlns:thm15="http://schemas.microsoft.com/office/thememl/2012/main" name="PowerPoint Template 16-9 EN.potx" id="{4C5C575A-40E3-4D7F-8030-81E2315D389F}" vid="{A4B4DC4A-5F2B-4600-A6D6-DB9A76ADF96B}"/>
    </a:ext>
  </a:extLst>
</a:theme>
</file>

<file path=docMetadata/LabelInfo.xml><?xml version="1.0" encoding="utf-8"?>
<clbl:labelList xmlns:clbl="http://schemas.microsoft.com/office/2020/mipLabelMetadata">
  <clbl:label id="{ee432821-41d3-4015-8400-4ae6558dd28f}" enabled="1" method="Privileged" siteId="{8c7a02b0-b409-4a14-8332-6772575f45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TT Norms Pro</vt:lpstr>
      <vt:lpstr>Wingdings</vt:lpstr>
      <vt:lpstr>Office Theme</vt:lpstr>
      <vt:lpstr>Sartorius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Corbett, Brandon</dc:creator>
  <cp:lastModifiedBy>Corbett, Brandon</cp:lastModifiedBy>
  <cp:revision>1</cp:revision>
  <dcterms:created xsi:type="dcterms:W3CDTF">2026-05-21T18:45:34Z</dcterms:created>
  <dcterms:modified xsi:type="dcterms:W3CDTF">2026-05-21T19:06:37Z</dcterms:modified>
</cp:coreProperties>
</file>